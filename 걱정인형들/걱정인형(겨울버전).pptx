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2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F7"/>
    <a:srgbClr val="FEE9D8"/>
    <a:srgbClr val="CCE0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>
        <p:scale>
          <a:sx n="75" d="100"/>
          <a:sy n="75" d="100"/>
        </p:scale>
        <p:origin x="190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3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72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67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61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013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36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71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338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394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02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60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EAD4A-02FC-4E1D-A469-E48AB4A0920F}" type="datetimeFigureOut">
              <a:rPr lang="ko-KR" altLang="en-US" smtClean="0"/>
              <a:t>2024-11-28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B1533-B873-4E3C-B907-908733D9B9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95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26" Type="http://schemas.openxmlformats.org/officeDocument/2006/relationships/image" Target="../media/image25.emf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5" Type="http://schemas.openxmlformats.org/officeDocument/2006/relationships/image" Target="../media/image24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29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28" Type="http://schemas.openxmlformats.org/officeDocument/2006/relationships/image" Target="../media/image27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Relationship Id="rId27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585" y="2622339"/>
            <a:ext cx="1282575" cy="1715997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916" y="2737563"/>
            <a:ext cx="1282575" cy="1680616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976" y="2811443"/>
            <a:ext cx="1742533" cy="1477173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6717" y="4600867"/>
            <a:ext cx="1114514" cy="1609853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52" y="6584886"/>
            <a:ext cx="796081" cy="127373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485" y="2877708"/>
            <a:ext cx="1565627" cy="1574472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4602" y="-140086"/>
            <a:ext cx="1760224" cy="3051645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6786" y="786452"/>
            <a:ext cx="1760224" cy="1477173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4343" y="602532"/>
            <a:ext cx="1027801" cy="150744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5370" y="4830846"/>
            <a:ext cx="1317957" cy="137987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7950" y="4614135"/>
            <a:ext cx="964143" cy="1671771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4977" y="4689320"/>
            <a:ext cx="707628" cy="152140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4" y="4689320"/>
            <a:ext cx="707628" cy="1521400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1555" y="6509701"/>
            <a:ext cx="1034906" cy="1424101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20099" y="6509701"/>
            <a:ext cx="1079132" cy="1424101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1663" y="6483164"/>
            <a:ext cx="1026060" cy="1424101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11639" y="6483164"/>
            <a:ext cx="1026060" cy="1424101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509" y="786452"/>
            <a:ext cx="1282575" cy="1680616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01288" y="933568"/>
            <a:ext cx="1229503" cy="1459482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92577" y="400058"/>
            <a:ext cx="1778607" cy="1992992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48144" y="2683549"/>
            <a:ext cx="1200316" cy="1415256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63467" y="2737563"/>
            <a:ext cx="1313007" cy="1415256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99737" y="2737563"/>
            <a:ext cx="1104705" cy="1415256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54040" y="4427350"/>
            <a:ext cx="1337960" cy="1415256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26963" y="400058"/>
            <a:ext cx="1712777" cy="1912390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54426" y="4522942"/>
            <a:ext cx="1588067" cy="1698307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63119" y="4452180"/>
            <a:ext cx="1283891" cy="1698307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80249" y="4627402"/>
            <a:ext cx="1353551" cy="155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44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46897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user</cp:lastModifiedBy>
  <cp:revision>475</cp:revision>
  <dcterms:created xsi:type="dcterms:W3CDTF">2021-09-10T06:09:41Z</dcterms:created>
  <dcterms:modified xsi:type="dcterms:W3CDTF">2024-11-28T00:45:25Z</dcterms:modified>
</cp:coreProperties>
</file>