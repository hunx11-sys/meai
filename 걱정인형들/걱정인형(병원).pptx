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64" autoAdjust="0"/>
    <p:restoredTop sz="94660"/>
  </p:normalViewPr>
  <p:slideViewPr>
    <p:cSldViewPr snapToGrid="0">
      <p:cViewPr>
        <p:scale>
          <a:sx n="75" d="100"/>
          <a:sy n="75" d="100"/>
        </p:scale>
        <p:origin x="233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49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45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17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86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05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01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993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65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22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28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19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EAD4A-02FC-4E1D-A469-E48AB4A0920F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B1533-B873-4E3C-B907-908733D9B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08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0.emf"/><Relationship Id="rId18" Type="http://schemas.openxmlformats.org/officeDocument/2006/relationships/image" Target="../media/image35.emf"/><Relationship Id="rId26" Type="http://schemas.openxmlformats.org/officeDocument/2006/relationships/image" Target="../media/image43.emf"/><Relationship Id="rId3" Type="http://schemas.openxmlformats.org/officeDocument/2006/relationships/image" Target="../media/image20.emf"/><Relationship Id="rId21" Type="http://schemas.openxmlformats.org/officeDocument/2006/relationships/image" Target="../media/image38.emf"/><Relationship Id="rId7" Type="http://schemas.openxmlformats.org/officeDocument/2006/relationships/image" Target="../media/image24.emf"/><Relationship Id="rId12" Type="http://schemas.openxmlformats.org/officeDocument/2006/relationships/image" Target="../media/image29.emf"/><Relationship Id="rId17" Type="http://schemas.openxmlformats.org/officeDocument/2006/relationships/image" Target="../media/image34.emf"/><Relationship Id="rId25" Type="http://schemas.openxmlformats.org/officeDocument/2006/relationships/image" Target="../media/image42.emf"/><Relationship Id="rId2" Type="http://schemas.openxmlformats.org/officeDocument/2006/relationships/image" Target="../media/image19.emf"/><Relationship Id="rId16" Type="http://schemas.openxmlformats.org/officeDocument/2006/relationships/image" Target="../media/image33.emf"/><Relationship Id="rId20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11" Type="http://schemas.openxmlformats.org/officeDocument/2006/relationships/image" Target="../media/image28.emf"/><Relationship Id="rId24" Type="http://schemas.openxmlformats.org/officeDocument/2006/relationships/image" Target="../media/image41.emf"/><Relationship Id="rId5" Type="http://schemas.openxmlformats.org/officeDocument/2006/relationships/image" Target="../media/image22.emf"/><Relationship Id="rId15" Type="http://schemas.openxmlformats.org/officeDocument/2006/relationships/image" Target="../media/image32.emf"/><Relationship Id="rId23" Type="http://schemas.openxmlformats.org/officeDocument/2006/relationships/image" Target="../media/image40.emf"/><Relationship Id="rId10" Type="http://schemas.openxmlformats.org/officeDocument/2006/relationships/image" Target="../media/image27.emf"/><Relationship Id="rId19" Type="http://schemas.openxmlformats.org/officeDocument/2006/relationships/image" Target="../media/image36.emf"/><Relationship Id="rId4" Type="http://schemas.openxmlformats.org/officeDocument/2006/relationships/image" Target="../media/image21.emf"/><Relationship Id="rId9" Type="http://schemas.openxmlformats.org/officeDocument/2006/relationships/image" Target="../media/image26.emf"/><Relationship Id="rId14" Type="http://schemas.openxmlformats.org/officeDocument/2006/relationships/image" Target="../media/image31.emf"/><Relationship Id="rId22" Type="http://schemas.openxmlformats.org/officeDocument/2006/relationships/image" Target="../media/image3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5" y="375261"/>
            <a:ext cx="1462500" cy="18112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125" y="285261"/>
            <a:ext cx="1473750" cy="19912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35" y="375261"/>
            <a:ext cx="2070000" cy="20362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835" y="724011"/>
            <a:ext cx="1856250" cy="1462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9835" y="307761"/>
            <a:ext cx="1305000" cy="19462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875" y="2411511"/>
            <a:ext cx="1451250" cy="1755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375" y="2411511"/>
            <a:ext cx="1507500" cy="18112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4500" y="2630250"/>
            <a:ext cx="1935000" cy="1597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2125" y="2535261"/>
            <a:ext cx="1293750" cy="16762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4310" y="2444625"/>
            <a:ext cx="1428750" cy="19687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1875" y="4540714"/>
            <a:ext cx="1305000" cy="1260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6875" y="4596964"/>
            <a:ext cx="607500" cy="5737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68125" y="5314292"/>
            <a:ext cx="596250" cy="5737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12810" y="4357761"/>
            <a:ext cx="1552500" cy="19350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89995" y="4390418"/>
            <a:ext cx="1462500" cy="19575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89310" y="4525418"/>
            <a:ext cx="1305000" cy="18225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4835" y="4480418"/>
            <a:ext cx="1935000" cy="18675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97495" y="6169011"/>
            <a:ext cx="1316250" cy="18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6" y="254775"/>
            <a:ext cx="967500" cy="2081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700" y="254775"/>
            <a:ext cx="1485000" cy="19912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364" y="254775"/>
            <a:ext cx="888750" cy="19462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875" y="902350"/>
            <a:ext cx="1316250" cy="1192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4903" y="350400"/>
            <a:ext cx="1496250" cy="189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3513" y="254775"/>
            <a:ext cx="1597500" cy="19912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536" y="2574700"/>
            <a:ext cx="1552500" cy="2115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4575" y="2726036"/>
            <a:ext cx="1946250" cy="19237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8364" y="2741833"/>
            <a:ext cx="1316250" cy="19912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1778" y="2574700"/>
            <a:ext cx="1181250" cy="2047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5567" y="2687200"/>
            <a:ext cx="1305000" cy="18225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536" y="4733083"/>
            <a:ext cx="1462500" cy="19462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77036" y="4799250"/>
            <a:ext cx="1968750" cy="20587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89971" y="4856214"/>
            <a:ext cx="1777500" cy="2025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83067" y="4962375"/>
            <a:ext cx="922500" cy="17325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981915" y="3106125"/>
            <a:ext cx="888750" cy="18562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08492" y="1977450"/>
            <a:ext cx="1428750" cy="1912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40875" y="4314425"/>
            <a:ext cx="1406250" cy="20137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1305000" y="5439425"/>
            <a:ext cx="1305000" cy="17775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82036" y="6241136"/>
            <a:ext cx="956250" cy="192375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63369" y="-890907"/>
            <a:ext cx="1766250" cy="167625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33513" y="5030589"/>
            <a:ext cx="911250" cy="167625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50200" y="-2065400"/>
            <a:ext cx="1428750" cy="19800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99282" y="-391400"/>
            <a:ext cx="1271250" cy="18900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64117" y="-1760875"/>
            <a:ext cx="888750" cy="18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09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11823</TotalTime>
  <Words>0</Words>
  <Application>Microsoft Office PowerPoint</Application>
  <PresentationFormat>화면 슬라이드 쇼(4:3)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meritz</cp:lastModifiedBy>
  <cp:revision>89</cp:revision>
  <dcterms:created xsi:type="dcterms:W3CDTF">2021-09-10T06:09:41Z</dcterms:created>
  <dcterms:modified xsi:type="dcterms:W3CDTF">2022-11-01T06:37:10Z</dcterms:modified>
</cp:coreProperties>
</file>