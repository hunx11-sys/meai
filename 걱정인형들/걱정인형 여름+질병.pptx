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18" autoAdjust="0"/>
    <p:restoredTop sz="94660"/>
  </p:normalViewPr>
  <p:slideViewPr>
    <p:cSldViewPr snapToGrid="0">
      <p:cViewPr varScale="1">
        <p:scale>
          <a:sx n="89" d="100"/>
          <a:sy n="89" d="100"/>
        </p:scale>
        <p:origin x="821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730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55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22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3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61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12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51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12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08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83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034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65C3F-9B89-4CEB-A1FF-E3AD81464294}" type="datetimeFigureOut">
              <a:rPr lang="ko-KR" altLang="en-US" smtClean="0"/>
              <a:t>2025-02-18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1C6D4-8FD4-47D2-B349-96A983385D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6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21" Type="http://schemas.openxmlformats.org/officeDocument/2006/relationships/image" Target="../media/image20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Relationship Id="rId22" Type="http://schemas.openxmlformats.org/officeDocument/2006/relationships/image" Target="../media/image2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image" Target="../media/image33.emf"/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12" Type="http://schemas.openxmlformats.org/officeDocument/2006/relationships/image" Target="../media/image32.emf"/><Relationship Id="rId17" Type="http://schemas.openxmlformats.org/officeDocument/2006/relationships/image" Target="../media/image37.emf"/><Relationship Id="rId2" Type="http://schemas.openxmlformats.org/officeDocument/2006/relationships/image" Target="../media/image22.emf"/><Relationship Id="rId16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11" Type="http://schemas.openxmlformats.org/officeDocument/2006/relationships/image" Target="../media/image31.emf"/><Relationship Id="rId5" Type="http://schemas.openxmlformats.org/officeDocument/2006/relationships/image" Target="../media/image25.emf"/><Relationship Id="rId15" Type="http://schemas.openxmlformats.org/officeDocument/2006/relationships/image" Target="../media/image35.emf"/><Relationship Id="rId10" Type="http://schemas.openxmlformats.org/officeDocument/2006/relationships/image" Target="../media/image30.emf"/><Relationship Id="rId4" Type="http://schemas.openxmlformats.org/officeDocument/2006/relationships/image" Target="../media/image24.emf"/><Relationship Id="rId9" Type="http://schemas.openxmlformats.org/officeDocument/2006/relationships/image" Target="../media/image29.emf"/><Relationship Id="rId14" Type="http://schemas.openxmlformats.org/officeDocument/2006/relationships/image" Target="../media/image3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9.emf"/><Relationship Id="rId18" Type="http://schemas.openxmlformats.org/officeDocument/2006/relationships/image" Target="../media/image54.emf"/><Relationship Id="rId3" Type="http://schemas.openxmlformats.org/officeDocument/2006/relationships/image" Target="../media/image39.emf"/><Relationship Id="rId21" Type="http://schemas.openxmlformats.org/officeDocument/2006/relationships/image" Target="../media/image57.emf"/><Relationship Id="rId7" Type="http://schemas.openxmlformats.org/officeDocument/2006/relationships/image" Target="../media/image43.emf"/><Relationship Id="rId12" Type="http://schemas.openxmlformats.org/officeDocument/2006/relationships/image" Target="../media/image48.emf"/><Relationship Id="rId17" Type="http://schemas.openxmlformats.org/officeDocument/2006/relationships/image" Target="../media/image53.emf"/><Relationship Id="rId2" Type="http://schemas.openxmlformats.org/officeDocument/2006/relationships/image" Target="../media/image38.emf"/><Relationship Id="rId16" Type="http://schemas.openxmlformats.org/officeDocument/2006/relationships/image" Target="../media/image52.emf"/><Relationship Id="rId20" Type="http://schemas.openxmlformats.org/officeDocument/2006/relationships/image" Target="../media/image5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5" Type="http://schemas.openxmlformats.org/officeDocument/2006/relationships/image" Target="../media/image41.emf"/><Relationship Id="rId15" Type="http://schemas.openxmlformats.org/officeDocument/2006/relationships/image" Target="../media/image51.emf"/><Relationship Id="rId23" Type="http://schemas.openxmlformats.org/officeDocument/2006/relationships/image" Target="../media/image59.emf"/><Relationship Id="rId10" Type="http://schemas.openxmlformats.org/officeDocument/2006/relationships/image" Target="../media/image46.emf"/><Relationship Id="rId19" Type="http://schemas.openxmlformats.org/officeDocument/2006/relationships/image" Target="../media/image55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Relationship Id="rId14" Type="http://schemas.openxmlformats.org/officeDocument/2006/relationships/image" Target="../media/image50.emf"/><Relationship Id="rId22" Type="http://schemas.openxmlformats.org/officeDocument/2006/relationships/image" Target="../media/image5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45" y="346211"/>
            <a:ext cx="1620000" cy="18787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432" y="357461"/>
            <a:ext cx="1687500" cy="1867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619" y="346211"/>
            <a:ext cx="1721250" cy="20362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556" y="430586"/>
            <a:ext cx="1631250" cy="2115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493" y="430586"/>
            <a:ext cx="1395000" cy="17212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7182" y="312461"/>
            <a:ext cx="1372500" cy="2070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62" y="2783967"/>
            <a:ext cx="1305000" cy="1822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1282" y="2783967"/>
            <a:ext cx="1293750" cy="17775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7052" y="2709409"/>
            <a:ext cx="956250" cy="192375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0120" y="2585659"/>
            <a:ext cx="1181250" cy="20475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8809" y="2686909"/>
            <a:ext cx="1462500" cy="194625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0618" y="2641909"/>
            <a:ext cx="1968750" cy="205875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4500" y="2581467"/>
            <a:ext cx="1777500" cy="2025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3012" y="5165473"/>
            <a:ext cx="1316250" cy="11925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50032" y="4816723"/>
            <a:ext cx="1496250" cy="18900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7714" y="4756012"/>
            <a:ext cx="1316250" cy="199125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71075" y="4836357"/>
            <a:ext cx="1946250" cy="1923750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44764" y="4632262"/>
            <a:ext cx="1552500" cy="211500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14682" y="4892607"/>
            <a:ext cx="1935000" cy="18675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1"/>
          <a:srcRect b="18327"/>
          <a:stretch/>
        </p:blipFill>
        <p:spPr>
          <a:xfrm>
            <a:off x="5476243" y="6193190"/>
            <a:ext cx="905085" cy="935094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5335" y="3945994"/>
            <a:ext cx="1087312" cy="20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9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09" y="389308"/>
            <a:ext cx="1406250" cy="1912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09" y="389308"/>
            <a:ext cx="1406250" cy="1912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085" y="344308"/>
            <a:ext cx="1766250" cy="1957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981" y="389308"/>
            <a:ext cx="1305000" cy="1822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560" y="389308"/>
            <a:ext cx="1372500" cy="1946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50" y="2662595"/>
            <a:ext cx="1305000" cy="18337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009" y="2662595"/>
            <a:ext cx="1327500" cy="16762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0585" y="2533220"/>
            <a:ext cx="1181250" cy="1935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4335" y="2533220"/>
            <a:ext cx="1788750" cy="2002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8810" y="2471345"/>
            <a:ext cx="1136250" cy="2025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9435" y="3427595"/>
            <a:ext cx="821250" cy="911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4335" y="4682757"/>
            <a:ext cx="1653750" cy="19237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1509" y="4699632"/>
            <a:ext cx="1440000" cy="1890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3810" y="4569568"/>
            <a:ext cx="1046250" cy="20812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55677" y="4699632"/>
            <a:ext cx="1440000" cy="1935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963" y="4767132"/>
            <a:ext cx="1428750" cy="18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8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49" y="330460"/>
            <a:ext cx="1563750" cy="1845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498" y="330460"/>
            <a:ext cx="1687500" cy="1766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897" y="279835"/>
            <a:ext cx="1293750" cy="1867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04" y="2531273"/>
            <a:ext cx="1462500" cy="1957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498" y="2531273"/>
            <a:ext cx="1305000" cy="1822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022" y="2401898"/>
            <a:ext cx="967500" cy="2081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624" y="2446898"/>
            <a:ext cx="1485000" cy="19912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652" y="2446898"/>
            <a:ext cx="888750" cy="19462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5452" y="2458148"/>
            <a:ext cx="1552500" cy="1935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9273" y="5130248"/>
            <a:ext cx="911250" cy="1271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204" y="5371932"/>
            <a:ext cx="787500" cy="10912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2630" y="4884668"/>
            <a:ext cx="1147500" cy="1620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8416" y="5298998"/>
            <a:ext cx="708750" cy="1102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52449" y="4884668"/>
            <a:ext cx="810000" cy="15862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4237" y="4574213"/>
            <a:ext cx="945000" cy="1867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63777" y="4640594"/>
            <a:ext cx="1271250" cy="17887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93908" y="4753094"/>
            <a:ext cx="866250" cy="156375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32481" y="4758719"/>
            <a:ext cx="877500" cy="15525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86786" y="4640594"/>
            <a:ext cx="1485000" cy="190125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449" y="364210"/>
            <a:ext cx="1530000" cy="181125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60945" y="233596"/>
            <a:ext cx="1440000" cy="196875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86344" y="193703"/>
            <a:ext cx="1305000" cy="192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5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user</cp:lastModifiedBy>
  <cp:revision>2</cp:revision>
  <dcterms:created xsi:type="dcterms:W3CDTF">2023-07-03T05:07:46Z</dcterms:created>
  <dcterms:modified xsi:type="dcterms:W3CDTF">2025-02-18T04:40:09Z</dcterms:modified>
</cp:coreProperties>
</file>