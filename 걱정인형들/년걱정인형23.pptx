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  <p:sldId id="262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7" autoAdjust="0"/>
    <p:restoredTop sz="94660"/>
  </p:normalViewPr>
  <p:slideViewPr>
    <p:cSldViewPr snapToGrid="0">
      <p:cViewPr varScale="1">
        <p:scale>
          <a:sx n="78" d="100"/>
          <a:sy n="78" d="100"/>
        </p:scale>
        <p:origin x="54" y="5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548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894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1983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429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6931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500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60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714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298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683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090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0BFA9B-DD05-4AB2-953D-31AB4FBAE0BF}" type="datetimeFigureOut">
              <a:rPr lang="ko-KR" altLang="en-US" smtClean="0"/>
              <a:t>2023-12-01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F965E6-AB93-41AA-B8AC-2F22D97499C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1438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image" Target="../media/image12.emf"/><Relationship Id="rId18" Type="http://schemas.openxmlformats.org/officeDocument/2006/relationships/image" Target="../media/image17.emf"/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12" Type="http://schemas.openxmlformats.org/officeDocument/2006/relationships/image" Target="../media/image11.emf"/><Relationship Id="rId17" Type="http://schemas.openxmlformats.org/officeDocument/2006/relationships/image" Target="../media/image16.emf"/><Relationship Id="rId2" Type="http://schemas.openxmlformats.org/officeDocument/2006/relationships/image" Target="../media/image1.emf"/><Relationship Id="rId16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11" Type="http://schemas.openxmlformats.org/officeDocument/2006/relationships/image" Target="../media/image10.emf"/><Relationship Id="rId5" Type="http://schemas.openxmlformats.org/officeDocument/2006/relationships/image" Target="../media/image4.emf"/><Relationship Id="rId15" Type="http://schemas.openxmlformats.org/officeDocument/2006/relationships/image" Target="../media/image14.emf"/><Relationship Id="rId10" Type="http://schemas.openxmlformats.org/officeDocument/2006/relationships/image" Target="../media/image9.emf"/><Relationship Id="rId19" Type="http://schemas.openxmlformats.org/officeDocument/2006/relationships/image" Target="../media/image18.emf"/><Relationship Id="rId4" Type="http://schemas.openxmlformats.org/officeDocument/2006/relationships/image" Target="../media/image3.emf"/><Relationship Id="rId9" Type="http://schemas.openxmlformats.org/officeDocument/2006/relationships/image" Target="../media/image8.emf"/><Relationship Id="rId14" Type="http://schemas.openxmlformats.org/officeDocument/2006/relationships/image" Target="../media/image1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emf"/><Relationship Id="rId13" Type="http://schemas.openxmlformats.org/officeDocument/2006/relationships/image" Target="../media/image30.emf"/><Relationship Id="rId18" Type="http://schemas.openxmlformats.org/officeDocument/2006/relationships/image" Target="../media/image35.emf"/><Relationship Id="rId3" Type="http://schemas.openxmlformats.org/officeDocument/2006/relationships/image" Target="../media/image20.emf"/><Relationship Id="rId7" Type="http://schemas.openxmlformats.org/officeDocument/2006/relationships/image" Target="../media/image24.emf"/><Relationship Id="rId12" Type="http://schemas.openxmlformats.org/officeDocument/2006/relationships/image" Target="../media/image29.emf"/><Relationship Id="rId17" Type="http://schemas.openxmlformats.org/officeDocument/2006/relationships/image" Target="../media/image34.emf"/><Relationship Id="rId2" Type="http://schemas.openxmlformats.org/officeDocument/2006/relationships/image" Target="../media/image19.emf"/><Relationship Id="rId16" Type="http://schemas.openxmlformats.org/officeDocument/2006/relationships/image" Target="../media/image3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emf"/><Relationship Id="rId11" Type="http://schemas.openxmlformats.org/officeDocument/2006/relationships/image" Target="../media/image28.emf"/><Relationship Id="rId5" Type="http://schemas.openxmlformats.org/officeDocument/2006/relationships/image" Target="../media/image22.emf"/><Relationship Id="rId15" Type="http://schemas.openxmlformats.org/officeDocument/2006/relationships/image" Target="../media/image32.emf"/><Relationship Id="rId10" Type="http://schemas.openxmlformats.org/officeDocument/2006/relationships/image" Target="../media/image27.emf"/><Relationship Id="rId19" Type="http://schemas.openxmlformats.org/officeDocument/2006/relationships/image" Target="../media/image36.emf"/><Relationship Id="rId4" Type="http://schemas.openxmlformats.org/officeDocument/2006/relationships/image" Target="../media/image21.emf"/><Relationship Id="rId9" Type="http://schemas.openxmlformats.org/officeDocument/2006/relationships/image" Target="../media/image26.emf"/><Relationship Id="rId14" Type="http://schemas.openxmlformats.org/officeDocument/2006/relationships/image" Target="../media/image3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emf"/><Relationship Id="rId13" Type="http://schemas.openxmlformats.org/officeDocument/2006/relationships/image" Target="../media/image48.emf"/><Relationship Id="rId18" Type="http://schemas.openxmlformats.org/officeDocument/2006/relationships/image" Target="../media/image53.emf"/><Relationship Id="rId3" Type="http://schemas.openxmlformats.org/officeDocument/2006/relationships/image" Target="../media/image38.emf"/><Relationship Id="rId7" Type="http://schemas.openxmlformats.org/officeDocument/2006/relationships/image" Target="../media/image42.emf"/><Relationship Id="rId12" Type="http://schemas.openxmlformats.org/officeDocument/2006/relationships/image" Target="../media/image47.emf"/><Relationship Id="rId17" Type="http://schemas.openxmlformats.org/officeDocument/2006/relationships/image" Target="../media/image52.emf"/><Relationship Id="rId2" Type="http://schemas.openxmlformats.org/officeDocument/2006/relationships/image" Target="../media/image37.emf"/><Relationship Id="rId16" Type="http://schemas.openxmlformats.org/officeDocument/2006/relationships/image" Target="../media/image51.emf"/><Relationship Id="rId20" Type="http://schemas.openxmlformats.org/officeDocument/2006/relationships/image" Target="../media/image5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emf"/><Relationship Id="rId11" Type="http://schemas.openxmlformats.org/officeDocument/2006/relationships/image" Target="../media/image46.emf"/><Relationship Id="rId5" Type="http://schemas.openxmlformats.org/officeDocument/2006/relationships/image" Target="../media/image40.emf"/><Relationship Id="rId15" Type="http://schemas.openxmlformats.org/officeDocument/2006/relationships/image" Target="../media/image50.emf"/><Relationship Id="rId10" Type="http://schemas.openxmlformats.org/officeDocument/2006/relationships/image" Target="../media/image45.emf"/><Relationship Id="rId19" Type="http://schemas.openxmlformats.org/officeDocument/2006/relationships/image" Target="../media/image54.emf"/><Relationship Id="rId4" Type="http://schemas.openxmlformats.org/officeDocument/2006/relationships/image" Target="../media/image39.emf"/><Relationship Id="rId9" Type="http://schemas.openxmlformats.org/officeDocument/2006/relationships/image" Target="../media/image44.emf"/><Relationship Id="rId14" Type="http://schemas.openxmlformats.org/officeDocument/2006/relationships/image" Target="../media/image49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13" Type="http://schemas.openxmlformats.org/officeDocument/2006/relationships/image" Target="../media/image67.emf"/><Relationship Id="rId18" Type="http://schemas.openxmlformats.org/officeDocument/2006/relationships/image" Target="../media/image72.emf"/><Relationship Id="rId3" Type="http://schemas.openxmlformats.org/officeDocument/2006/relationships/image" Target="../media/image57.emf"/><Relationship Id="rId21" Type="http://schemas.openxmlformats.org/officeDocument/2006/relationships/image" Target="../media/image75.emf"/><Relationship Id="rId7" Type="http://schemas.openxmlformats.org/officeDocument/2006/relationships/image" Target="../media/image61.emf"/><Relationship Id="rId12" Type="http://schemas.openxmlformats.org/officeDocument/2006/relationships/image" Target="../media/image66.emf"/><Relationship Id="rId17" Type="http://schemas.openxmlformats.org/officeDocument/2006/relationships/image" Target="../media/image71.emf"/><Relationship Id="rId2" Type="http://schemas.openxmlformats.org/officeDocument/2006/relationships/image" Target="../media/image56.emf"/><Relationship Id="rId16" Type="http://schemas.openxmlformats.org/officeDocument/2006/relationships/image" Target="../media/image70.emf"/><Relationship Id="rId20" Type="http://schemas.openxmlformats.org/officeDocument/2006/relationships/image" Target="../media/image7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emf"/><Relationship Id="rId11" Type="http://schemas.openxmlformats.org/officeDocument/2006/relationships/image" Target="../media/image65.emf"/><Relationship Id="rId5" Type="http://schemas.openxmlformats.org/officeDocument/2006/relationships/image" Target="../media/image59.emf"/><Relationship Id="rId15" Type="http://schemas.openxmlformats.org/officeDocument/2006/relationships/image" Target="../media/image69.emf"/><Relationship Id="rId10" Type="http://schemas.openxmlformats.org/officeDocument/2006/relationships/image" Target="../media/image64.emf"/><Relationship Id="rId19" Type="http://schemas.openxmlformats.org/officeDocument/2006/relationships/image" Target="../media/image73.emf"/><Relationship Id="rId4" Type="http://schemas.openxmlformats.org/officeDocument/2006/relationships/image" Target="../media/image58.emf"/><Relationship Id="rId9" Type="http://schemas.openxmlformats.org/officeDocument/2006/relationships/image" Target="../media/image63.emf"/><Relationship Id="rId14" Type="http://schemas.openxmlformats.org/officeDocument/2006/relationships/image" Target="../media/image68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emf"/><Relationship Id="rId13" Type="http://schemas.openxmlformats.org/officeDocument/2006/relationships/image" Target="../media/image87.emf"/><Relationship Id="rId18" Type="http://schemas.openxmlformats.org/officeDocument/2006/relationships/image" Target="../media/image92.emf"/><Relationship Id="rId3" Type="http://schemas.openxmlformats.org/officeDocument/2006/relationships/image" Target="../media/image77.emf"/><Relationship Id="rId7" Type="http://schemas.openxmlformats.org/officeDocument/2006/relationships/image" Target="../media/image81.emf"/><Relationship Id="rId12" Type="http://schemas.openxmlformats.org/officeDocument/2006/relationships/image" Target="../media/image86.emf"/><Relationship Id="rId17" Type="http://schemas.openxmlformats.org/officeDocument/2006/relationships/image" Target="../media/image91.emf"/><Relationship Id="rId2" Type="http://schemas.openxmlformats.org/officeDocument/2006/relationships/image" Target="../media/image76.emf"/><Relationship Id="rId16" Type="http://schemas.openxmlformats.org/officeDocument/2006/relationships/image" Target="../media/image90.emf"/><Relationship Id="rId20" Type="http://schemas.openxmlformats.org/officeDocument/2006/relationships/image" Target="../media/image9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emf"/><Relationship Id="rId11" Type="http://schemas.openxmlformats.org/officeDocument/2006/relationships/image" Target="../media/image85.emf"/><Relationship Id="rId5" Type="http://schemas.openxmlformats.org/officeDocument/2006/relationships/image" Target="../media/image79.emf"/><Relationship Id="rId15" Type="http://schemas.openxmlformats.org/officeDocument/2006/relationships/image" Target="../media/image89.emf"/><Relationship Id="rId10" Type="http://schemas.openxmlformats.org/officeDocument/2006/relationships/image" Target="../media/image84.emf"/><Relationship Id="rId19" Type="http://schemas.openxmlformats.org/officeDocument/2006/relationships/image" Target="../media/image93.emf"/><Relationship Id="rId4" Type="http://schemas.openxmlformats.org/officeDocument/2006/relationships/image" Target="../media/image78.emf"/><Relationship Id="rId9" Type="http://schemas.openxmlformats.org/officeDocument/2006/relationships/image" Target="../media/image83.emf"/><Relationship Id="rId14" Type="http://schemas.openxmlformats.org/officeDocument/2006/relationships/image" Target="../media/image8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emf"/><Relationship Id="rId13" Type="http://schemas.openxmlformats.org/officeDocument/2006/relationships/image" Target="../media/image106.emf"/><Relationship Id="rId18" Type="http://schemas.openxmlformats.org/officeDocument/2006/relationships/image" Target="../media/image111.emf"/><Relationship Id="rId3" Type="http://schemas.openxmlformats.org/officeDocument/2006/relationships/image" Target="../media/image96.emf"/><Relationship Id="rId7" Type="http://schemas.openxmlformats.org/officeDocument/2006/relationships/image" Target="../media/image100.emf"/><Relationship Id="rId12" Type="http://schemas.openxmlformats.org/officeDocument/2006/relationships/image" Target="../media/image105.emf"/><Relationship Id="rId17" Type="http://schemas.openxmlformats.org/officeDocument/2006/relationships/image" Target="../media/image110.emf"/><Relationship Id="rId2" Type="http://schemas.openxmlformats.org/officeDocument/2006/relationships/image" Target="../media/image95.emf"/><Relationship Id="rId16" Type="http://schemas.openxmlformats.org/officeDocument/2006/relationships/image" Target="../media/image109.emf"/><Relationship Id="rId20" Type="http://schemas.openxmlformats.org/officeDocument/2006/relationships/image" Target="../media/image113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emf"/><Relationship Id="rId11" Type="http://schemas.openxmlformats.org/officeDocument/2006/relationships/image" Target="../media/image104.emf"/><Relationship Id="rId5" Type="http://schemas.openxmlformats.org/officeDocument/2006/relationships/image" Target="../media/image98.emf"/><Relationship Id="rId15" Type="http://schemas.openxmlformats.org/officeDocument/2006/relationships/image" Target="../media/image108.emf"/><Relationship Id="rId10" Type="http://schemas.openxmlformats.org/officeDocument/2006/relationships/image" Target="../media/image103.emf"/><Relationship Id="rId19" Type="http://schemas.openxmlformats.org/officeDocument/2006/relationships/image" Target="../media/image112.emf"/><Relationship Id="rId4" Type="http://schemas.openxmlformats.org/officeDocument/2006/relationships/image" Target="../media/image97.emf"/><Relationship Id="rId9" Type="http://schemas.openxmlformats.org/officeDocument/2006/relationships/image" Target="../media/image102.emf"/><Relationship Id="rId14" Type="http://schemas.openxmlformats.org/officeDocument/2006/relationships/image" Target="../media/image107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emf"/><Relationship Id="rId13" Type="http://schemas.openxmlformats.org/officeDocument/2006/relationships/image" Target="../media/image125.emf"/><Relationship Id="rId3" Type="http://schemas.openxmlformats.org/officeDocument/2006/relationships/image" Target="../media/image115.emf"/><Relationship Id="rId7" Type="http://schemas.openxmlformats.org/officeDocument/2006/relationships/image" Target="../media/image119.emf"/><Relationship Id="rId12" Type="http://schemas.openxmlformats.org/officeDocument/2006/relationships/image" Target="../media/image124.emf"/><Relationship Id="rId2" Type="http://schemas.openxmlformats.org/officeDocument/2006/relationships/image" Target="../media/image114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8.emf"/><Relationship Id="rId11" Type="http://schemas.openxmlformats.org/officeDocument/2006/relationships/image" Target="../media/image123.emf"/><Relationship Id="rId5" Type="http://schemas.openxmlformats.org/officeDocument/2006/relationships/image" Target="../media/image117.emf"/><Relationship Id="rId15" Type="http://schemas.openxmlformats.org/officeDocument/2006/relationships/image" Target="../media/image127.emf"/><Relationship Id="rId10" Type="http://schemas.openxmlformats.org/officeDocument/2006/relationships/image" Target="../media/image122.emf"/><Relationship Id="rId4" Type="http://schemas.openxmlformats.org/officeDocument/2006/relationships/image" Target="../media/image116.emf"/><Relationship Id="rId9" Type="http://schemas.openxmlformats.org/officeDocument/2006/relationships/image" Target="../media/image121.emf"/><Relationship Id="rId14" Type="http://schemas.openxmlformats.org/officeDocument/2006/relationships/image" Target="../media/image126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emf"/><Relationship Id="rId13" Type="http://schemas.openxmlformats.org/officeDocument/2006/relationships/image" Target="../media/image139.emf"/><Relationship Id="rId18" Type="http://schemas.openxmlformats.org/officeDocument/2006/relationships/image" Target="../media/image144.emf"/><Relationship Id="rId3" Type="http://schemas.openxmlformats.org/officeDocument/2006/relationships/image" Target="../media/image129.emf"/><Relationship Id="rId7" Type="http://schemas.openxmlformats.org/officeDocument/2006/relationships/image" Target="../media/image133.emf"/><Relationship Id="rId12" Type="http://schemas.openxmlformats.org/officeDocument/2006/relationships/image" Target="../media/image138.emf"/><Relationship Id="rId17" Type="http://schemas.openxmlformats.org/officeDocument/2006/relationships/image" Target="../media/image143.emf"/><Relationship Id="rId2" Type="http://schemas.openxmlformats.org/officeDocument/2006/relationships/image" Target="../media/image128.emf"/><Relationship Id="rId16" Type="http://schemas.openxmlformats.org/officeDocument/2006/relationships/image" Target="../media/image142.emf"/><Relationship Id="rId20" Type="http://schemas.openxmlformats.org/officeDocument/2006/relationships/image" Target="../media/image14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emf"/><Relationship Id="rId11" Type="http://schemas.openxmlformats.org/officeDocument/2006/relationships/image" Target="../media/image137.emf"/><Relationship Id="rId5" Type="http://schemas.openxmlformats.org/officeDocument/2006/relationships/image" Target="../media/image131.emf"/><Relationship Id="rId15" Type="http://schemas.openxmlformats.org/officeDocument/2006/relationships/image" Target="../media/image141.emf"/><Relationship Id="rId10" Type="http://schemas.openxmlformats.org/officeDocument/2006/relationships/image" Target="../media/image136.emf"/><Relationship Id="rId19" Type="http://schemas.openxmlformats.org/officeDocument/2006/relationships/image" Target="../media/image145.emf"/><Relationship Id="rId4" Type="http://schemas.openxmlformats.org/officeDocument/2006/relationships/image" Target="../media/image130.emf"/><Relationship Id="rId9" Type="http://schemas.openxmlformats.org/officeDocument/2006/relationships/image" Target="../media/image135.emf"/><Relationship Id="rId14" Type="http://schemas.openxmlformats.org/officeDocument/2006/relationships/image" Target="../media/image140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emf"/><Relationship Id="rId13" Type="http://schemas.openxmlformats.org/officeDocument/2006/relationships/image" Target="../media/image158.emf"/><Relationship Id="rId18" Type="http://schemas.openxmlformats.org/officeDocument/2006/relationships/image" Target="../media/image163.emf"/><Relationship Id="rId3" Type="http://schemas.openxmlformats.org/officeDocument/2006/relationships/image" Target="../media/image148.emf"/><Relationship Id="rId21" Type="http://schemas.openxmlformats.org/officeDocument/2006/relationships/image" Target="../media/image166.png"/><Relationship Id="rId7" Type="http://schemas.openxmlformats.org/officeDocument/2006/relationships/image" Target="../media/image152.emf"/><Relationship Id="rId12" Type="http://schemas.openxmlformats.org/officeDocument/2006/relationships/image" Target="../media/image157.emf"/><Relationship Id="rId17" Type="http://schemas.openxmlformats.org/officeDocument/2006/relationships/image" Target="../media/image162.emf"/><Relationship Id="rId2" Type="http://schemas.openxmlformats.org/officeDocument/2006/relationships/image" Target="../media/image147.emf"/><Relationship Id="rId16" Type="http://schemas.openxmlformats.org/officeDocument/2006/relationships/image" Target="../media/image161.emf"/><Relationship Id="rId20" Type="http://schemas.openxmlformats.org/officeDocument/2006/relationships/image" Target="../media/image165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emf"/><Relationship Id="rId11" Type="http://schemas.openxmlformats.org/officeDocument/2006/relationships/image" Target="../media/image156.emf"/><Relationship Id="rId5" Type="http://schemas.openxmlformats.org/officeDocument/2006/relationships/image" Target="../media/image150.emf"/><Relationship Id="rId15" Type="http://schemas.openxmlformats.org/officeDocument/2006/relationships/image" Target="../media/image160.emf"/><Relationship Id="rId10" Type="http://schemas.openxmlformats.org/officeDocument/2006/relationships/image" Target="../media/image155.emf"/><Relationship Id="rId19" Type="http://schemas.openxmlformats.org/officeDocument/2006/relationships/image" Target="../media/image164.emf"/><Relationship Id="rId4" Type="http://schemas.openxmlformats.org/officeDocument/2006/relationships/image" Target="../media/image149.emf"/><Relationship Id="rId9" Type="http://schemas.openxmlformats.org/officeDocument/2006/relationships/image" Target="../media/image154.emf"/><Relationship Id="rId14" Type="http://schemas.openxmlformats.org/officeDocument/2006/relationships/image" Target="../media/image159.emf"/><Relationship Id="rId22" Type="http://schemas.openxmlformats.org/officeDocument/2006/relationships/image" Target="../media/image167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emf"/><Relationship Id="rId13" Type="http://schemas.openxmlformats.org/officeDocument/2006/relationships/image" Target="../media/image179.emf"/><Relationship Id="rId18" Type="http://schemas.openxmlformats.org/officeDocument/2006/relationships/image" Target="../media/image184.emf"/><Relationship Id="rId26" Type="http://schemas.openxmlformats.org/officeDocument/2006/relationships/image" Target="../media/image192.emf"/><Relationship Id="rId3" Type="http://schemas.openxmlformats.org/officeDocument/2006/relationships/image" Target="../media/image169.emf"/><Relationship Id="rId21" Type="http://schemas.openxmlformats.org/officeDocument/2006/relationships/image" Target="../media/image187.emf"/><Relationship Id="rId7" Type="http://schemas.openxmlformats.org/officeDocument/2006/relationships/image" Target="../media/image173.emf"/><Relationship Id="rId12" Type="http://schemas.openxmlformats.org/officeDocument/2006/relationships/image" Target="../media/image178.emf"/><Relationship Id="rId17" Type="http://schemas.openxmlformats.org/officeDocument/2006/relationships/image" Target="../media/image183.emf"/><Relationship Id="rId25" Type="http://schemas.openxmlformats.org/officeDocument/2006/relationships/image" Target="../media/image191.emf"/><Relationship Id="rId2" Type="http://schemas.openxmlformats.org/officeDocument/2006/relationships/image" Target="../media/image168.emf"/><Relationship Id="rId16" Type="http://schemas.openxmlformats.org/officeDocument/2006/relationships/image" Target="../media/image182.emf"/><Relationship Id="rId20" Type="http://schemas.openxmlformats.org/officeDocument/2006/relationships/image" Target="../media/image186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emf"/><Relationship Id="rId11" Type="http://schemas.openxmlformats.org/officeDocument/2006/relationships/image" Target="../media/image177.emf"/><Relationship Id="rId24" Type="http://schemas.openxmlformats.org/officeDocument/2006/relationships/image" Target="../media/image190.emf"/><Relationship Id="rId5" Type="http://schemas.openxmlformats.org/officeDocument/2006/relationships/image" Target="../media/image171.emf"/><Relationship Id="rId15" Type="http://schemas.openxmlformats.org/officeDocument/2006/relationships/image" Target="../media/image181.emf"/><Relationship Id="rId23" Type="http://schemas.openxmlformats.org/officeDocument/2006/relationships/image" Target="../media/image189.emf"/><Relationship Id="rId10" Type="http://schemas.openxmlformats.org/officeDocument/2006/relationships/image" Target="../media/image176.emf"/><Relationship Id="rId19" Type="http://schemas.openxmlformats.org/officeDocument/2006/relationships/image" Target="../media/image185.emf"/><Relationship Id="rId4" Type="http://schemas.openxmlformats.org/officeDocument/2006/relationships/image" Target="../media/image170.emf"/><Relationship Id="rId9" Type="http://schemas.openxmlformats.org/officeDocument/2006/relationships/image" Target="../media/image175.emf"/><Relationship Id="rId14" Type="http://schemas.openxmlformats.org/officeDocument/2006/relationships/image" Target="../media/image180.emf"/><Relationship Id="rId22" Type="http://schemas.openxmlformats.org/officeDocument/2006/relationships/image" Target="../media/image18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emf"/><Relationship Id="rId13" Type="http://schemas.openxmlformats.org/officeDocument/2006/relationships/image" Target="../media/image203.emf"/><Relationship Id="rId18" Type="http://schemas.openxmlformats.org/officeDocument/2006/relationships/image" Target="../media/image208.emf"/><Relationship Id="rId3" Type="http://schemas.openxmlformats.org/officeDocument/2006/relationships/image" Target="../media/image194.emf"/><Relationship Id="rId7" Type="http://schemas.openxmlformats.org/officeDocument/2006/relationships/image" Target="../media/image198.emf"/><Relationship Id="rId12" Type="http://schemas.openxmlformats.org/officeDocument/2006/relationships/image" Target="../media/image98.emf"/><Relationship Id="rId17" Type="http://schemas.openxmlformats.org/officeDocument/2006/relationships/image" Target="../media/image207.emf"/><Relationship Id="rId2" Type="http://schemas.openxmlformats.org/officeDocument/2006/relationships/image" Target="../media/image193.emf"/><Relationship Id="rId16" Type="http://schemas.openxmlformats.org/officeDocument/2006/relationships/image" Target="../media/image206.emf"/><Relationship Id="rId20" Type="http://schemas.openxmlformats.org/officeDocument/2006/relationships/image" Target="../media/image210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7.emf"/><Relationship Id="rId11" Type="http://schemas.openxmlformats.org/officeDocument/2006/relationships/image" Target="../media/image202.emf"/><Relationship Id="rId5" Type="http://schemas.openxmlformats.org/officeDocument/2006/relationships/image" Target="../media/image196.emf"/><Relationship Id="rId15" Type="http://schemas.openxmlformats.org/officeDocument/2006/relationships/image" Target="../media/image205.emf"/><Relationship Id="rId10" Type="http://schemas.openxmlformats.org/officeDocument/2006/relationships/image" Target="../media/image201.emf"/><Relationship Id="rId19" Type="http://schemas.openxmlformats.org/officeDocument/2006/relationships/image" Target="../media/image209.emf"/><Relationship Id="rId4" Type="http://schemas.openxmlformats.org/officeDocument/2006/relationships/image" Target="../media/image195.emf"/><Relationship Id="rId9" Type="http://schemas.openxmlformats.org/officeDocument/2006/relationships/image" Target="../media/image200.emf"/><Relationship Id="rId14" Type="http://schemas.openxmlformats.org/officeDocument/2006/relationships/image" Target="../media/image20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250" y="292466"/>
            <a:ext cx="1316250" cy="1788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884" y="236216"/>
            <a:ext cx="1473750" cy="1845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616" y="236216"/>
            <a:ext cx="1080000" cy="18112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1364" y="787466"/>
            <a:ext cx="1518750" cy="12937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33862" y="-46778"/>
            <a:ext cx="1293750" cy="1991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844" y="961841"/>
            <a:ext cx="978750" cy="94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500" y="2654782"/>
            <a:ext cx="1305000" cy="1698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15092" y="2615407"/>
            <a:ext cx="1473750" cy="1777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5116" y="2581657"/>
            <a:ext cx="945000" cy="1811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13862" y="2446657"/>
            <a:ext cx="1620000" cy="1946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4201" y="2559157"/>
            <a:ext cx="1046250" cy="18337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71298" y="3476032"/>
            <a:ext cx="618750" cy="832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63885" y="4938348"/>
            <a:ext cx="1305000" cy="1822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288883" y="4769598"/>
            <a:ext cx="1485000" cy="19912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40836" y="4803348"/>
            <a:ext cx="1417500" cy="1957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5363" y="4758348"/>
            <a:ext cx="1642500" cy="2002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533798" y="4780848"/>
            <a:ext cx="1237500" cy="1980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040608" y="5894598"/>
            <a:ext cx="877500" cy="86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83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60" y="603872"/>
            <a:ext cx="1327500" cy="1710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456" y="345122"/>
            <a:ext cx="1473750" cy="1968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802" y="277622"/>
            <a:ext cx="1372500" cy="2036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0609" y="277622"/>
            <a:ext cx="1417500" cy="20362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92474" y="446372"/>
            <a:ext cx="1226250" cy="1867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93089" y="1425122"/>
            <a:ext cx="686250" cy="8887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2360" y="2718166"/>
            <a:ext cx="1428750" cy="1822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0456" y="2718166"/>
            <a:ext cx="1440000" cy="189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73552" y="2684416"/>
            <a:ext cx="1653750" cy="19237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52474" y="2718166"/>
            <a:ext cx="1440000" cy="19350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72474" y="2571916"/>
            <a:ext cx="1046250" cy="2081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93089" y="3426916"/>
            <a:ext cx="776250" cy="11137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34235" y="4944960"/>
            <a:ext cx="1305000" cy="18337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36706" y="5181750"/>
            <a:ext cx="1327500" cy="16762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254802" y="4894335"/>
            <a:ext cx="1181250" cy="1935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627302" y="4776210"/>
            <a:ext cx="1788750" cy="2002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20138" y="4833000"/>
            <a:ext cx="1136250" cy="2025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58714" y="5646229"/>
            <a:ext cx="821250" cy="91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847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589" y="295019"/>
            <a:ext cx="1721250" cy="1833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769" y="-121231"/>
            <a:ext cx="1473750" cy="2250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8449" y="-267481"/>
            <a:ext cx="1833750" cy="2396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1832" y="19394"/>
            <a:ext cx="1552500" cy="1968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965" y="81269"/>
            <a:ext cx="888750" cy="2047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06387" y="761894"/>
            <a:ext cx="1170000" cy="12262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089" y="2505224"/>
            <a:ext cx="1316250" cy="182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62019" y="2505224"/>
            <a:ext cx="1552500" cy="19575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2199" y="2336474"/>
            <a:ext cx="1485000" cy="19912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707000" y="92519"/>
            <a:ext cx="1485000" cy="2036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53965" y="2763974"/>
            <a:ext cx="1552500" cy="15637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078614" y="2505224"/>
            <a:ext cx="1473750" cy="1766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5589" y="4704179"/>
            <a:ext cx="1485000" cy="2081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85949" y="4667584"/>
            <a:ext cx="1946250" cy="20025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69062" y="4535429"/>
            <a:ext cx="1541250" cy="216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673301" y="4667584"/>
            <a:ext cx="1957500" cy="1957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84999" y="4735084"/>
            <a:ext cx="1305000" cy="182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432220" y="4725483"/>
            <a:ext cx="1428750" cy="19687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336458" y="2392724"/>
            <a:ext cx="1417500" cy="19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091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19" y="388612"/>
            <a:ext cx="1530000" cy="1811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931" y="253612"/>
            <a:ext cx="1473750" cy="19462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132" y="264862"/>
            <a:ext cx="888750" cy="19350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1911" y="141112"/>
            <a:ext cx="1023750" cy="2058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891" y="231112"/>
            <a:ext cx="1440000" cy="19687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8574" y="276112"/>
            <a:ext cx="1305000" cy="1923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7959" y="2632515"/>
            <a:ext cx="1451250" cy="19687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2306" y="2565015"/>
            <a:ext cx="1845000" cy="21037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7589" y="2559390"/>
            <a:ext cx="2058750" cy="211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83391" y="2559390"/>
            <a:ext cx="1732500" cy="1867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12943" y="2463765"/>
            <a:ext cx="1440000" cy="205875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44476" y="2610015"/>
            <a:ext cx="1035000" cy="1912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7959" y="4924024"/>
            <a:ext cx="1563750" cy="1845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516339" y="4932897"/>
            <a:ext cx="1811250" cy="1946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58190" y="5033918"/>
            <a:ext cx="1293750" cy="1867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65891" y="4932897"/>
            <a:ext cx="1530000" cy="17887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149199" y="4719147"/>
            <a:ext cx="1518750" cy="200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085375" y="5315397"/>
            <a:ext cx="821250" cy="1260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89193" y="7083509"/>
            <a:ext cx="1743750" cy="176625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51940" y="6901418"/>
            <a:ext cx="1552500" cy="191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31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60" y="311515"/>
            <a:ext cx="1462500" cy="1811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077" y="221515"/>
            <a:ext cx="1473750" cy="19912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9530" y="199015"/>
            <a:ext cx="2070000" cy="2036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1233" y="660265"/>
            <a:ext cx="1856250" cy="14625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7483" y="176515"/>
            <a:ext cx="1305000" cy="1946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7483" y="367765"/>
            <a:ext cx="1451250" cy="17550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760" y="2381826"/>
            <a:ext cx="1383750" cy="1822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4077" y="2438076"/>
            <a:ext cx="1316250" cy="1766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9530" y="2438076"/>
            <a:ext cx="1305000" cy="1957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85010" y="2477451"/>
            <a:ext cx="1316250" cy="1878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010" y="4506636"/>
            <a:ext cx="1271250" cy="1822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98769" y="4429637"/>
            <a:ext cx="1147500" cy="22275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73835" y="5167711"/>
            <a:ext cx="1316250" cy="11925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17651" y="5136636"/>
            <a:ext cx="1316250" cy="1192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12866" y="2402728"/>
            <a:ext cx="1316250" cy="25312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974358" y="2425838"/>
            <a:ext cx="1316250" cy="1552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064195" y="4900386"/>
            <a:ext cx="1822500" cy="1665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51827" y="5300406"/>
            <a:ext cx="1800000" cy="100125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53543" y="2359637"/>
            <a:ext cx="1462500" cy="207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64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75" y="419132"/>
            <a:ext cx="1575000" cy="2115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6095" y="593507"/>
            <a:ext cx="1305000" cy="17662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077" y="469757"/>
            <a:ext cx="1147500" cy="189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5850" y="2607137"/>
            <a:ext cx="1575000" cy="1822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44" y="2807580"/>
            <a:ext cx="1507500" cy="18112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75575" y="2914455"/>
            <a:ext cx="1935000" cy="15975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4072" y="2737742"/>
            <a:ext cx="1293750" cy="16762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4462" y="2526540"/>
            <a:ext cx="1428750" cy="19687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604" y="2807580"/>
            <a:ext cx="1305000" cy="12600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075" y="4892278"/>
            <a:ext cx="1552500" cy="1935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37345" y="4900500"/>
            <a:ext cx="1462500" cy="1957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8123" y="4892278"/>
            <a:ext cx="1305000" cy="182250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92393" y="4847278"/>
            <a:ext cx="1935000" cy="1867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50800" y="4618830"/>
            <a:ext cx="967500" cy="20812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045604" y="4618830"/>
            <a:ext cx="1485000" cy="19912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899836" y="4663830"/>
            <a:ext cx="888750" cy="19462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45597" y="818507"/>
            <a:ext cx="1316250" cy="1192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58797" y="389561"/>
            <a:ext cx="1496250" cy="1890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02336" y="135018"/>
            <a:ext cx="1597500" cy="1991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589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75" y="369706"/>
            <a:ext cx="1552500" cy="211500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896" y="465331"/>
            <a:ext cx="1946250" cy="19237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9335" y="369706"/>
            <a:ext cx="1316250" cy="1991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1494" y="369706"/>
            <a:ext cx="1181250" cy="20475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165" y="454081"/>
            <a:ext cx="1305000" cy="1822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9550" y="330331"/>
            <a:ext cx="1462500" cy="19462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08" y="2609690"/>
            <a:ext cx="1968750" cy="20587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1835" y="2643440"/>
            <a:ext cx="1777500" cy="2025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2012" y="2789690"/>
            <a:ext cx="922500" cy="173250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71494" y="2789690"/>
            <a:ext cx="1687500" cy="1800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4600" y="4991223"/>
            <a:ext cx="1676250" cy="1991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71835" y="5013723"/>
            <a:ext cx="888750" cy="19687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91146" y="4950924"/>
            <a:ext cx="1237500" cy="2137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65585" y="4962174"/>
            <a:ext cx="1237500" cy="174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792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35" y="1444639"/>
            <a:ext cx="416250" cy="731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233" y="1084639"/>
            <a:ext cx="787500" cy="10912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5181" y="904639"/>
            <a:ext cx="911250" cy="127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4879" y="634639"/>
            <a:ext cx="1147500" cy="162000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0827" y="589639"/>
            <a:ext cx="810000" cy="1586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5673" y="308389"/>
            <a:ext cx="945000" cy="186750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5160" y="2670549"/>
            <a:ext cx="1271250" cy="178875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71030" y="2895549"/>
            <a:ext cx="866250" cy="156375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55456" y="2906799"/>
            <a:ext cx="877500" cy="1552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49879" y="2558049"/>
            <a:ext cx="1485000" cy="1901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45827" y="2558049"/>
            <a:ext cx="2036250" cy="1845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9795" y="2516089"/>
            <a:ext cx="1361250" cy="1833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054693" y="2279559"/>
            <a:ext cx="1473750" cy="1991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1410" y="4880462"/>
            <a:ext cx="1305000" cy="176625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70456" y="4677962"/>
            <a:ext cx="1485000" cy="19687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29879" y="4762709"/>
            <a:ext cx="1440000" cy="18787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55244" y="4824584"/>
            <a:ext cx="1305000" cy="17550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18545" y="4549536"/>
            <a:ext cx="2002500" cy="230625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75480" y="4666712"/>
            <a:ext cx="1788750" cy="177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530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670" y="304692"/>
            <a:ext cx="1226250" cy="1923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683" y="304692"/>
            <a:ext cx="1811250" cy="21150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814" y="237192"/>
            <a:ext cx="1215000" cy="199125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142" y="327192"/>
            <a:ext cx="1957500" cy="1811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708" y="158442"/>
            <a:ext cx="1901250" cy="1980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30750" y="79692"/>
            <a:ext cx="1361250" cy="21487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025" y="2662619"/>
            <a:ext cx="1620000" cy="18787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7331" y="2662619"/>
            <a:ext cx="1687500" cy="1867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55492" y="2493869"/>
            <a:ext cx="1721250" cy="2036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91032" y="2228442"/>
            <a:ext cx="1631250" cy="211500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05727" y="2587797"/>
            <a:ext cx="1395000" cy="17212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67157" y="2471369"/>
            <a:ext cx="1372500" cy="207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01670" y="4784296"/>
            <a:ext cx="1676250" cy="17550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57331" y="4761242"/>
            <a:ext cx="1226250" cy="21262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44831" y="4698351"/>
            <a:ext cx="2216250" cy="18787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42208" y="4541369"/>
            <a:ext cx="1417500" cy="20475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13351" y="4473869"/>
            <a:ext cx="1631250" cy="21825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560750" y="4568976"/>
            <a:ext cx="1631250" cy="213750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0364" y="6782223"/>
            <a:ext cx="2238750" cy="187875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259114" y="6928625"/>
            <a:ext cx="1786283" cy="1975275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443614" y="6920671"/>
            <a:ext cx="1822500" cy="185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43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951" y="547583"/>
            <a:ext cx="1136250" cy="15862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350" y="547583"/>
            <a:ext cx="1282500" cy="155250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999" y="547583"/>
            <a:ext cx="1338750" cy="1552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5701" y="446333"/>
            <a:ext cx="1248750" cy="16537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6350" y="491333"/>
            <a:ext cx="1147500" cy="1665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6999" y="1481333"/>
            <a:ext cx="877500" cy="618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92657" y="2810068"/>
            <a:ext cx="1158750" cy="1485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0104" y="2559430"/>
            <a:ext cx="877500" cy="1665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81103" y="2559430"/>
            <a:ext cx="967500" cy="17775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01150" y="2604430"/>
            <a:ext cx="1282500" cy="173250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8264" y="2581930"/>
            <a:ext cx="1372500" cy="1777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4514" y="4731750"/>
            <a:ext cx="1440000" cy="2126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82499" y="5419831"/>
            <a:ext cx="1552500" cy="11587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20926" y="4519831"/>
            <a:ext cx="1350000" cy="18000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786656" y="4728777"/>
            <a:ext cx="1350000" cy="18000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30716" y="4446706"/>
            <a:ext cx="1282500" cy="194625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722331" y="5356296"/>
            <a:ext cx="877500" cy="101250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05611" y="5454135"/>
            <a:ext cx="1091250" cy="945000"/>
          </a:xfrm>
          <a:prstGeom prst="rect">
            <a:avLst/>
          </a:prstGeom>
        </p:spPr>
      </p:pic>
      <p:pic>
        <p:nvPicPr>
          <p:cNvPr id="21" name="그림 20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59328" y="5113877"/>
            <a:ext cx="2295000" cy="1260000"/>
          </a:xfrm>
          <a:prstGeom prst="rect">
            <a:avLst/>
          </a:prstGeom>
        </p:spPr>
      </p:pic>
      <p:pic>
        <p:nvPicPr>
          <p:cNvPr id="22" name="그림 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326999" y="2581930"/>
            <a:ext cx="1170000" cy="1698750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91153" y="2328394"/>
            <a:ext cx="1237500" cy="1890000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829328" y="2322216"/>
            <a:ext cx="1755000" cy="1878750"/>
          </a:xfrm>
          <a:prstGeom prst="rect">
            <a:avLst/>
          </a:prstGeom>
        </p:spPr>
      </p:pic>
      <p:pic>
        <p:nvPicPr>
          <p:cNvPr id="25" name="그림 2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1139600" y="313066"/>
            <a:ext cx="810000" cy="1980000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9728898" y="829930"/>
            <a:ext cx="967500" cy="115875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1163579" y="2912841"/>
            <a:ext cx="2610000" cy="25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9311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51" y="343052"/>
            <a:ext cx="1631250" cy="169875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047" y="343052"/>
            <a:ext cx="1822500" cy="169875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620" y="78677"/>
            <a:ext cx="1822500" cy="222750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1193" y="343052"/>
            <a:ext cx="1327500" cy="18112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2766" y="230552"/>
            <a:ext cx="1305000" cy="181125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451" y="2444625"/>
            <a:ext cx="1395000" cy="1968750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6797" y="2613375"/>
            <a:ext cx="2025000" cy="180000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77290" y="2478375"/>
            <a:ext cx="1428750" cy="1935000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4244" y="2523375"/>
            <a:ext cx="1968750" cy="181125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42766" y="2236093"/>
            <a:ext cx="1575000" cy="2126250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08500" y="2517750"/>
            <a:ext cx="1575000" cy="18225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547" y="4816198"/>
            <a:ext cx="1597500" cy="1811250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889448" y="4691214"/>
            <a:ext cx="1068750" cy="2171250"/>
          </a:xfrm>
          <a:prstGeom prst="rect">
            <a:avLst/>
          </a:prstGeom>
        </p:spPr>
      </p:pic>
      <p:pic>
        <p:nvPicPr>
          <p:cNvPr id="15" name="그림 1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7290" y="4814964"/>
            <a:ext cx="1788750" cy="1923750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1495" y="4923073"/>
            <a:ext cx="1597500" cy="1597500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69641" y="4691214"/>
            <a:ext cx="1451250" cy="1856250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356233" y="4923073"/>
            <a:ext cx="1642500" cy="159750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635782" y="2404843"/>
            <a:ext cx="1541250" cy="19575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374923" y="230552"/>
            <a:ext cx="1777500" cy="169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49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meritz</dc:creator>
  <cp:lastModifiedBy>meritz</cp:lastModifiedBy>
  <cp:revision>5</cp:revision>
  <dcterms:created xsi:type="dcterms:W3CDTF">2023-12-01T05:03:16Z</dcterms:created>
  <dcterms:modified xsi:type="dcterms:W3CDTF">2023-12-01T05:24:47Z</dcterms:modified>
</cp:coreProperties>
</file>