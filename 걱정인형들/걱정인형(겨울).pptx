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1" r:id="rId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64" autoAdjust="0"/>
    <p:restoredTop sz="94660"/>
  </p:normalViewPr>
  <p:slideViewPr>
    <p:cSldViewPr snapToGrid="0">
      <p:cViewPr varScale="1">
        <p:scale>
          <a:sx n="99" d="100"/>
          <a:sy n="99" d="100"/>
        </p:scale>
        <p:origin x="102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EAD4A-02FC-4E1D-A469-E48AB4A0920F}" type="datetimeFigureOut">
              <a:rPr lang="ko-KR" altLang="en-US" smtClean="0"/>
              <a:t>2022-12-01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B1533-B873-4E3C-B907-908733D9B9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8496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EAD4A-02FC-4E1D-A469-E48AB4A0920F}" type="datetimeFigureOut">
              <a:rPr lang="ko-KR" altLang="en-US" smtClean="0"/>
              <a:t>2022-12-01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B1533-B873-4E3C-B907-908733D9B9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9452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EAD4A-02FC-4E1D-A469-E48AB4A0920F}" type="datetimeFigureOut">
              <a:rPr lang="ko-KR" altLang="en-US" smtClean="0"/>
              <a:t>2022-12-01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B1533-B873-4E3C-B907-908733D9B9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5176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EAD4A-02FC-4E1D-A469-E48AB4A0920F}" type="datetimeFigureOut">
              <a:rPr lang="ko-KR" altLang="en-US" smtClean="0"/>
              <a:t>2022-12-01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B1533-B873-4E3C-B907-908733D9B9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3865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EAD4A-02FC-4E1D-A469-E48AB4A0920F}" type="datetimeFigureOut">
              <a:rPr lang="ko-KR" altLang="en-US" smtClean="0"/>
              <a:t>2022-12-01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B1533-B873-4E3C-B907-908733D9B9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8059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EAD4A-02FC-4E1D-A469-E48AB4A0920F}" type="datetimeFigureOut">
              <a:rPr lang="ko-KR" altLang="en-US" smtClean="0"/>
              <a:t>2022-12-01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B1533-B873-4E3C-B907-908733D9B9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4011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EAD4A-02FC-4E1D-A469-E48AB4A0920F}" type="datetimeFigureOut">
              <a:rPr lang="ko-KR" altLang="en-US" smtClean="0"/>
              <a:t>2022-12-01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B1533-B873-4E3C-B907-908733D9B9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0993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EAD4A-02FC-4E1D-A469-E48AB4A0920F}" type="datetimeFigureOut">
              <a:rPr lang="ko-KR" altLang="en-US" smtClean="0"/>
              <a:t>2022-12-01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B1533-B873-4E3C-B907-908733D9B9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2658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EAD4A-02FC-4E1D-A469-E48AB4A0920F}" type="datetimeFigureOut">
              <a:rPr lang="ko-KR" altLang="en-US" smtClean="0"/>
              <a:t>2022-12-01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B1533-B873-4E3C-B907-908733D9B9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9226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EAD4A-02FC-4E1D-A469-E48AB4A0920F}" type="datetimeFigureOut">
              <a:rPr lang="ko-KR" altLang="en-US" smtClean="0"/>
              <a:t>2022-12-01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B1533-B873-4E3C-B907-908733D9B9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3286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EAD4A-02FC-4E1D-A469-E48AB4A0920F}" type="datetimeFigureOut">
              <a:rPr lang="ko-KR" altLang="en-US" smtClean="0"/>
              <a:t>2022-12-01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B1533-B873-4E3C-B907-908733D9B9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6198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EEAD4A-02FC-4E1D-A469-E48AB4A0920F}" type="datetimeFigureOut">
              <a:rPr lang="ko-KR" altLang="en-US" smtClean="0"/>
              <a:t>2022-12-01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DB1533-B873-4E3C-B907-908733D9B9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2084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image" Target="../media/image2.emf"/><Relationship Id="rId7" Type="http://schemas.openxmlformats.org/officeDocument/2006/relationships/image" Target="../media/image6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10" Type="http://schemas.openxmlformats.org/officeDocument/2006/relationships/image" Target="../media/image9.emf"/><Relationship Id="rId4" Type="http://schemas.openxmlformats.org/officeDocument/2006/relationships/image" Target="../media/image3.emf"/><Relationship Id="rId9" Type="http://schemas.openxmlformats.org/officeDocument/2006/relationships/image" Target="../media/image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62" y="559071"/>
            <a:ext cx="1676250" cy="175500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3212" y="373446"/>
            <a:ext cx="1226250" cy="2126250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4724" y="615321"/>
            <a:ext cx="2216250" cy="1878750"/>
          </a:xfrm>
          <a:prstGeom prst="rect">
            <a:avLst/>
          </a:prstGeom>
        </p:spPr>
      </p:pic>
      <p:pic>
        <p:nvPicPr>
          <p:cNvPr id="23" name="그림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162" y="2752285"/>
            <a:ext cx="1417500" cy="2047500"/>
          </a:xfrm>
          <a:prstGeom prst="rect">
            <a:avLst/>
          </a:prstGeom>
        </p:spPr>
      </p:pic>
      <p:pic>
        <p:nvPicPr>
          <p:cNvPr id="24" name="그림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26663" y="2684785"/>
            <a:ext cx="1631250" cy="2182500"/>
          </a:xfrm>
          <a:prstGeom prst="rect">
            <a:avLst/>
          </a:prstGeom>
        </p:spPr>
      </p:pic>
      <p:pic>
        <p:nvPicPr>
          <p:cNvPr id="25" name="그림 2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93143" y="2662285"/>
            <a:ext cx="1631250" cy="2137500"/>
          </a:xfrm>
          <a:prstGeom prst="rect">
            <a:avLst/>
          </a:prstGeom>
        </p:spPr>
      </p:pic>
      <p:pic>
        <p:nvPicPr>
          <p:cNvPr id="26" name="그림 2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0537" y="5112872"/>
            <a:ext cx="1012500" cy="1620000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47762" y="559071"/>
            <a:ext cx="900000" cy="1935000"/>
          </a:xfrm>
          <a:prstGeom prst="rect">
            <a:avLst/>
          </a:prstGeom>
        </p:spPr>
      </p:pic>
      <p:pic>
        <p:nvPicPr>
          <p:cNvPr id="28" name="그림 2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02394" y="2898782"/>
            <a:ext cx="1507500" cy="148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529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11824</TotalTime>
  <Words>0</Words>
  <Application>Microsoft Office PowerPoint</Application>
  <PresentationFormat>화면 슬라이드 쇼(4:3)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Arial</vt:lpstr>
      <vt:lpstr>Calibri</vt:lpstr>
      <vt:lpstr>Calibri Light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meritz</dc:creator>
  <cp:lastModifiedBy>meritz</cp:lastModifiedBy>
  <cp:revision>90</cp:revision>
  <dcterms:created xsi:type="dcterms:W3CDTF">2021-09-10T06:09:41Z</dcterms:created>
  <dcterms:modified xsi:type="dcterms:W3CDTF">2022-12-01T05:44:06Z</dcterms:modified>
</cp:coreProperties>
</file>