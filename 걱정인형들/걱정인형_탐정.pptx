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맑은 고딕" panose="020B0503020000020004" pitchFamily="50" charset="-127"/>
      <p:regular r:id="rId3"/>
      <p:bold r:id="rId4"/>
    </p:embeddedFont>
    <p:embeddedFont>
      <p:font typeface="나눔스퀘어 네오 Regular" panose="00000500000000000000" pitchFamily="2" charset="-127"/>
      <p:regular r:id="rId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13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83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24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03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47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29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857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45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64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274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63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2EAA7-5DD4-4D67-9A5B-B075F1D31316}" type="datetimeFigureOut">
              <a:rPr lang="ko-KR" altLang="en-US" smtClean="0"/>
              <a:t>2025-01-31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C144A-80CC-4720-979B-60DCDD197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01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5" y="1510943"/>
            <a:ext cx="1293750" cy="208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235" y="1510943"/>
            <a:ext cx="1359526" cy="20606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290" y="1510943"/>
            <a:ext cx="1305000" cy="20812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576" y="1531566"/>
            <a:ext cx="1039853" cy="206062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772" y="1522193"/>
            <a:ext cx="1552500" cy="207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290" y="1510943"/>
            <a:ext cx="1305000" cy="2081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563" y="502493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걱정인형 탐정</a:t>
            </a:r>
            <a:endParaRPr lang="ko-KR" altLang="en-US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8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나눔스퀘어 네오 Regular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2025-01-31T05:51:57Z</dcterms:created>
  <dcterms:modified xsi:type="dcterms:W3CDTF">2025-01-31T05:53:48Z</dcterms:modified>
</cp:coreProperties>
</file>