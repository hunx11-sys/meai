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90" y="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0113E-99E3-4088-8832-62A9750C1093}" type="datetimeFigureOut">
              <a:rPr lang="ko-KR" altLang="en-US" smtClean="0"/>
              <a:t>2024-05-02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C91A-6D97-4A15-933D-9141F16D9B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1351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0113E-99E3-4088-8832-62A9750C1093}" type="datetimeFigureOut">
              <a:rPr lang="ko-KR" altLang="en-US" smtClean="0"/>
              <a:t>2024-05-02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C91A-6D97-4A15-933D-9141F16D9B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508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0113E-99E3-4088-8832-62A9750C1093}" type="datetimeFigureOut">
              <a:rPr lang="ko-KR" altLang="en-US" smtClean="0"/>
              <a:t>2024-05-02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C91A-6D97-4A15-933D-9141F16D9B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52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0113E-99E3-4088-8832-62A9750C1093}" type="datetimeFigureOut">
              <a:rPr lang="ko-KR" altLang="en-US" smtClean="0"/>
              <a:t>2024-05-02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C91A-6D97-4A15-933D-9141F16D9B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0953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0113E-99E3-4088-8832-62A9750C1093}" type="datetimeFigureOut">
              <a:rPr lang="ko-KR" altLang="en-US" smtClean="0"/>
              <a:t>2024-05-02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C91A-6D97-4A15-933D-9141F16D9B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4786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0113E-99E3-4088-8832-62A9750C1093}" type="datetimeFigureOut">
              <a:rPr lang="ko-KR" altLang="en-US" smtClean="0"/>
              <a:t>2024-05-02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C91A-6D97-4A15-933D-9141F16D9B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0649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0113E-99E3-4088-8832-62A9750C1093}" type="datetimeFigureOut">
              <a:rPr lang="ko-KR" altLang="en-US" smtClean="0"/>
              <a:t>2024-05-02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C91A-6D97-4A15-933D-9141F16D9B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923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0113E-99E3-4088-8832-62A9750C1093}" type="datetimeFigureOut">
              <a:rPr lang="ko-KR" altLang="en-US" smtClean="0"/>
              <a:t>2024-05-02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C91A-6D97-4A15-933D-9141F16D9B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4480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0113E-99E3-4088-8832-62A9750C1093}" type="datetimeFigureOut">
              <a:rPr lang="ko-KR" altLang="en-US" smtClean="0"/>
              <a:t>2024-05-02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C91A-6D97-4A15-933D-9141F16D9B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387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0113E-99E3-4088-8832-62A9750C1093}" type="datetimeFigureOut">
              <a:rPr lang="ko-KR" altLang="en-US" smtClean="0"/>
              <a:t>2024-05-02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C91A-6D97-4A15-933D-9141F16D9B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8115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0113E-99E3-4088-8832-62A9750C1093}" type="datetimeFigureOut">
              <a:rPr lang="ko-KR" altLang="en-US" smtClean="0"/>
              <a:t>2024-05-02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C91A-6D97-4A15-933D-9141F16D9B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024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0113E-99E3-4088-8832-62A9750C1093}" type="datetimeFigureOut">
              <a:rPr lang="ko-KR" altLang="en-US" smtClean="0"/>
              <a:t>2024-05-02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FC91A-6D97-4A15-933D-9141F16D9B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446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5" Type="http://schemas.openxmlformats.org/officeDocument/2006/relationships/image" Target="../media/image4.emf"/><Relationship Id="rId10" Type="http://schemas.openxmlformats.org/officeDocument/2006/relationships/image" Target="../media/image9.emf"/><Relationship Id="rId4" Type="http://schemas.openxmlformats.org/officeDocument/2006/relationships/image" Target="../media/image3.emf"/><Relationship Id="rId9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989" y="1656527"/>
            <a:ext cx="1305000" cy="18112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661" y="1282228"/>
            <a:ext cx="1316250" cy="20025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4155" y="1394728"/>
            <a:ext cx="1305000" cy="1890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5033" y="1360978"/>
            <a:ext cx="1305000" cy="192375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7038" y="3885514"/>
            <a:ext cx="753750" cy="158625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80289" y="3958639"/>
            <a:ext cx="855000" cy="14400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0731" y="3820880"/>
            <a:ext cx="1282500" cy="17775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8430" y="3699970"/>
            <a:ext cx="1237500" cy="174375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9616" y="3820880"/>
            <a:ext cx="1192500" cy="172125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65802" y="3809630"/>
            <a:ext cx="1305000" cy="178875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62792" y="68640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걱정인형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99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meritz</dc:creator>
  <cp:lastModifiedBy>meritz</cp:lastModifiedBy>
  <cp:revision>2</cp:revision>
  <dcterms:created xsi:type="dcterms:W3CDTF">2024-05-02T04:30:35Z</dcterms:created>
  <dcterms:modified xsi:type="dcterms:W3CDTF">2024-05-02T04:32:26Z</dcterms:modified>
</cp:coreProperties>
</file>