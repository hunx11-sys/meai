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64" autoAdjust="0"/>
    <p:restoredTop sz="94660"/>
  </p:normalViewPr>
  <p:slideViewPr>
    <p:cSldViewPr snapToGrid="0">
      <p:cViewPr>
        <p:scale>
          <a:sx n="75" d="100"/>
          <a:sy n="75" d="100"/>
        </p:scale>
        <p:origin x="88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496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452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176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865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059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4011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993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658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226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286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198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EAD4A-02FC-4E1D-A469-E48AB4A0920F}" type="datetimeFigureOut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084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18" Type="http://schemas.openxmlformats.org/officeDocument/2006/relationships/image" Target="../media/image17.emf"/><Relationship Id="rId3" Type="http://schemas.openxmlformats.org/officeDocument/2006/relationships/image" Target="../media/image2.emf"/><Relationship Id="rId21" Type="http://schemas.openxmlformats.org/officeDocument/2006/relationships/image" Target="../media/image20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17" Type="http://schemas.openxmlformats.org/officeDocument/2006/relationships/image" Target="../media/image16.emf"/><Relationship Id="rId2" Type="http://schemas.openxmlformats.org/officeDocument/2006/relationships/image" Target="../media/image1.emf"/><Relationship Id="rId16" Type="http://schemas.openxmlformats.org/officeDocument/2006/relationships/image" Target="../media/image15.emf"/><Relationship Id="rId20" Type="http://schemas.openxmlformats.org/officeDocument/2006/relationships/image" Target="../media/image19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5" Type="http://schemas.openxmlformats.org/officeDocument/2006/relationships/image" Target="../media/image14.emf"/><Relationship Id="rId10" Type="http://schemas.openxmlformats.org/officeDocument/2006/relationships/image" Target="../media/image9.emf"/><Relationship Id="rId19" Type="http://schemas.openxmlformats.org/officeDocument/2006/relationships/image" Target="../media/image18.emf"/><Relationship Id="rId4" Type="http://schemas.openxmlformats.org/officeDocument/2006/relationships/image" Target="../media/image3.emf"/><Relationship Id="rId9" Type="http://schemas.openxmlformats.org/officeDocument/2006/relationships/image" Target="../media/image8.emf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59" y="406488"/>
            <a:ext cx="1305000" cy="183375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466" y="406488"/>
            <a:ext cx="1316250" cy="183375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59" y="2590002"/>
            <a:ext cx="1485000" cy="1980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084" y="4807848"/>
            <a:ext cx="933750" cy="1856250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2459" y="4357848"/>
            <a:ext cx="2002500" cy="2306250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7221" y="485238"/>
            <a:ext cx="1305000" cy="1755000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7255" y="4571598"/>
            <a:ext cx="1440000" cy="1878750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5501" y="361488"/>
            <a:ext cx="1305000" cy="1766250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4466" y="2500800"/>
            <a:ext cx="1473750" cy="1946250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70223" y="2510945"/>
            <a:ext cx="1957500" cy="1811250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46005" y="4570002"/>
            <a:ext cx="1901250" cy="1980000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06005" y="238292"/>
            <a:ext cx="1361250" cy="2148750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47443" y="4447050"/>
            <a:ext cx="1585097" cy="1987468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2053" y="6858000"/>
            <a:ext cx="2317500" cy="2115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65223" y="6323625"/>
            <a:ext cx="2610000" cy="31837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96630" y="6711750"/>
            <a:ext cx="2610000" cy="31837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19900" y="6925500"/>
            <a:ext cx="1845000" cy="20475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1236217" y="6009325"/>
            <a:ext cx="1305000" cy="210375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-1760025" y="3502050"/>
            <a:ext cx="2328750" cy="21150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1068332" y="8086277"/>
            <a:ext cx="1293750" cy="210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805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11384</TotalTime>
  <Words>0</Words>
  <Application>Microsoft Office PowerPoint</Application>
  <PresentationFormat>화면 슬라이드 쇼(4:3)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meritz</dc:creator>
  <cp:lastModifiedBy>meritz</cp:lastModifiedBy>
  <cp:revision>86</cp:revision>
  <dcterms:created xsi:type="dcterms:W3CDTF">2021-09-10T06:09:41Z</dcterms:created>
  <dcterms:modified xsi:type="dcterms:W3CDTF">2023-01-05T05:28:24Z</dcterms:modified>
</cp:coreProperties>
</file>