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영업지원 도구
영업지원 도구 6종
현장 사용 매뉴얼
URL 하나로 열리는 6개 도구 — 접속부터 화면 구성, 사용 순서, 상담 활용 팁까지 그대로 따라 하면 됩니다
특약검색기
보상시뮬레이터
상품 라인업
프롬프트 라이브러리
명패 제작기
통합치료비 시뮬레이션
접속 주소  hunx11-sys.github.io/MeAI
2026. 09.  ·  데이터 ver2609  ·  문의 : 세일즈혁신TF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CONTENTS
이 매뉴얼의 구성
각 도구는 「화면 구성 → 사용 순서 → 팁」 순서로 설명합니다. 필요한 도구 페이지만 펼쳐 보셔도 됩니다.
00
시작하기
접속 방법 · 대문 화면 · 공통 사용 팁
01
특약검색기
특약 951건을 질병코드·질병명·특약명으로 검색하고 약관 본문·분류표·보장 분석까지
02
보상시뮬레이터
질병·사고를 입력하면 진단→검사→수술→입원→치료 순서로 반응하는 특약을 전수 추출
03
상품 라인업
장기상품 50종을 상품구분·심사유형으로 좁히고 알릴의무 표·납입면제·특징을 한 화면에서
04
프롬프트 라이브러리
MeAI에 바로 쓰는 검증 프롬프트 270개를 대주제·영업단계·소주제로 골라 원클릭 복사
05
명패 제작기
엑셀 명단 한 장으로 행사·교육·시상용 명패와 폼텍 라벨을 즉시 생성해 A4로 인쇄
06
통합치료비 시뮬레이션
질병을 고르면 암·뇌·심장 통합치료비 특약 12종이 치료 단계별로 얼마를 지급하는지 계산
07
함께 쓰기 · FAQ
상담 시나리오 2가지 · 자주 묻는 질문 · 문의처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접속은 주소 하나면 끝 — 설치도 로그인도 없습니다
1
2
3
4
모바일에서도 같은 주소로 열립니다. 카드가 세로로 한 줄씩 정렬되고, 도구 화면도 손가락 조작에 맞춰 바뀝니다.
🌐
1
주소 입력
브라우저(크롬·삼성인터넷·사파리)에 hunx11-sys.github.io/MeAI 입력
⭐
2
즐겨찾기 · 홈 화면 추가
PC는 즐겨찾기, 휴대폰은 「홈 화면에 추가」로 앱처럼 사용
👆
3
카드 클릭
대문에서 쓰려는 도구 카드를 누르면 바로 열림
🏠
4
대문으로 복귀
모든 도구 오른쪽 위 「🏠 대문」 버튼으로 돌아오기
1
①회사·걱정인형  ②제목·안내  ③도구 카드 6개  ④상단 문의처
카드마다 담당 캐릭터와 이름 · 한 줄 설명 · 핵심 기능 태그 3개가 있습니다.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어떤 상황에 어떤 도구를 여나요?
대문 카드 순서 = M · E · R · I · T · Z (걱정인형이 MERITZ를 상징)
특약검색기   with 메리 · M
이럴 때  “이 특약, 이 병도 보장돼요?” · 특약 이름을 정확히 모를 때 · 약관 원문·분류표를 보여줘야 할 때
이렇게  질병코드·질병명·특약명 중 아는 것 하나로 검색
보상시뮬레이터   with 에코 · E
이럴 때  “위암 걸리면 뭐가 나와요?” · 청구 상담 · 보장 공백 진단
이렇게  병명 하나로 진단→검사→수술→입원→치료 단계별 특약 확인
상품 라인업   with 라라 · R
이럴 때  “이 고객은 어떤 상품에 들 수 있어요?” · 알릴의무 확인 · 유병자 상담
이렇게  상품구분·심사유형 버튼으로 좁히고 알릴의무 표 확인
프롬프트 라이브러리   with 인디 · I
이럴 때  MeAI에 무엇을 물을지 막힐 때 · 보장분석·화법·리모델링 초안
이렇게  상황에 맞는 프롬프트 복사 → MeAI 붙여넣기
명패 제작기   with 타타 · T
이럴 때  위촉식·교육·시상식 준비 · 명패·이름표·좌석표 인쇄
이렇게  엑셀 명단 올리고 행사명·테마 고른 뒤 인쇄
통합치료비 시뮬레이션   with 찌지리 · Z
이럴 때  “통합치료비는 얼마나 나와요?” · 가입금액 설계 · 증액 제안
이렇게  질병 선택 → 치료 과정 선택 → 1년·5년 금액과 가입금액별 비교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여섯 도구에 공통으로 적용되는 사용 팁
🔎
검색은 아는 것 하나만
병명·코드·특약명·초성(ㄷㅈㅇㅈ) 중 하나만 입력하면 자동완성이 나머지를 찾아줍니다.
🏷️
버전 배지 확인
화면 오른쪽 위 ver2609 등 배지가 데이터 기준 시점입니다. 신담보 반영 후 숫자가 올라갑니다.
🏠
대문 버튼
모든 도구 오른쪽 위 「🏠 대문」으로 돌아옵니다. 브라우저 뒤로가기도 됩니다.
📱
휴대폰·태블릿
같은 주소로 열립니다. 표가 넓으면 옆으로 밀어서 보고, 시트(팝업)는 아래로 끌어 닫습니다.
📄
약관이 정본
도구는 참고용입니다. 지급 여부·금액은 반드시 약관과 심사 기준으로 확정하세요.
🔒
개인정보
고객 정보를 입력하는 칸이 없습니다. 명패 제작기의 명단도 화면 안에서만 처리됩니다.
🖨️
인쇄 · PDF
명패 제작기와 검색 결과는 브라우저 인쇄(Ctrl+P)로 PDF 저장이 됩니다.
🛠️
오류 · 건의
이상한 값이나 빠진 특약을 발견하면 세일즈혁신TF 이헌수에게 알려주세요. 즉시 반영됩니다.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특약검색기
특약 951건을 질병코드·질병명·특약명으로 검색하고 약관 본문·분류표·보장 분석까지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화면 구성 — 검색창 하나, 필터 하나, 결과 카드
1
2
3
4
5
6
7
8
1
검색창
질병코드(C73) · 질병명(갑상선암) · 특약명(암진단비)을 입력. ✕로 지우기
2
자주 찾는 질병 칩
갑상선암 C73 · 뇌경색 I63 · 심근경색 I21 · 치매 F00 · 신부전 N18 원클릭
3
상품 필터 · 즐겨찾기 · 최근 본
통합간편 · 케어프리 · 운전자 · 치아로 좁히기, ⭐ 즐겨찾기와 🕒 최근 본 특약
4
분류 목록(건수)
통합치료비 44 · 암 진단 51 · 뇌혈관 51 … 분류를 누르면 그 특약만
5
결과 카드
특약명 · 상품 배지 · 보장 KCD 코드 범위 · 특약비교 · ★. 카드를 누르면 상세
6
부가기능 4종
표적항암 종류 · 수술비 비교 · 상급종합 지도 · 상품 히스토리
7
특약검색 ↔ 보상시뮬레이터
오른쪽 아래 탭으로 두 도구를 오갑니다
8
🏠 대문
대문으로 돌아가기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사용 순서 — 검색 → 후보 선택 → 상세 확인 → 복사
⌨️
1
검색어 입력
아는 것 하나만: ‘갑상선암’ · ‘C73’ · ‘암진단비’. 초성도 됩니다.
›
📋
2
자동완성에서 고르기
특약(빨강)·질병(초록) 배지로 구분된 후보 중 원하는 것을 클릭
›
🗂️
3
필터로 좁히기
상품 · 분류 · 계열 묶기로 보고 싶은 특약만 남기기
›
📖
4
카드 → 상세
약관 본문 · 별표/분류표 · 보장 분석 탭 확인
›
📤
5
복사 · 비교
MeAI 프롬프트 복사, 특약비교로 2개 이상 나란히
1
2
3
검색 요령
•  빨강 「특약」 배지는 특약명 일치 · 초록 「질병」 배지는 질병명 일치(그 병을 보장하는 특약 전체)•  ‘치매’ 검색 시 ‘치매제외’ 특약은 자동으로 빠집니다 — 오매칭 방지•  코드 범위 카드의 C00~C14 같은 범위는 그 특약 분류표의 보장 코드 요약입니다•  계열 묶기 같은 이름의 Ⅰ·Ⅱ·갱신형 변형을 한 묶음으로 봅니다•  결과 0건이면 띄어쓰기를 빼거나 더 짧은 단어로 다시 검색하세요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특약 상세 화면 읽는 법
1
2
3
4
5
6
7
8
9
1
특약명
전체 이름. 옆의 ★로 즐겨찾기, ✕로 닫기
2
상품 · 약관 페이지 · 분류 배지
어느 상품 약관 몇 쪽에 있는지 — 고객에게 근거를 보여줄 때
3
탭 : 약관 본문 · 별표/분류표 · 보장 분석
약관 전문 · 보장 질병 코드표 · 사각지대/상위호환 분석
4
MeAI 프롬프트 복사
이 특약 데이터를 담은 프롬프트를 복사 → MeAI에 붙여넣기
5
가− 기본 가＋
글자 크기 조절(고객에게 화면을 보여줄 때)
6
본문 하이라이트
검색어는 노란색, 지급 조건 문구는 색상 강조
7
관련 KCD 코드 · 질병명
보장 코드·병명 전체 · 보장제외 · 연관 질병·특약
8
이 특약의 보장 질병으로 시뮬레이션
상단 파란 바 — 보장 질병을 골라 보상시뮬레이터로 바로 이동
9
보장 분석 탭
⚠ 사각지대(일부만 보장) · ⤴ 상위호환 특약(전부 포함 + 추가)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부가기능 4종 — 상단 버튼으로 엽니다
🎯 표적항암 종류
표적항암제 6종류(작용기전)와 방사성 리간드 약제. 서로 다른 종류로 1·2·3차 치료 시 특약 지급 근거 설명에 활용
💉 수술비 비교
1-5종 · 1-7종 · 131대질병 수술비를 신체부위·질병·수술명으로 한 번에 대조. 경피적·내시경 시술도 비관혈수술로 분류
🏥 상급종합 지도
상급종합병원 47 · 암중점치료기관 16 · 권역심뇌혈관센터 15 · 권역외상센터 17을 지도와 목록으로. 병원명을 누르면 지급 가능 특약
📜 상품 히스토리
통합간편·뇌혈치료비·간병일당 등 상품군의 출시·개정·판매중단 이력을 시간순으로. 예전 상품 오설명 방지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보상시뮬레이터
질병·사고를 입력하면 진단→검사→수술→입원→치료 순서로 반응하는 특약을 전수 추출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화면 구성 — 특약검색기 오른쪽 아래 「보상시뮬레이터」 탭
1
2
3
4
5
6
1
검색창
병명 · KCD 코드 · 초성으로 검색 (예: 위암, 뇌졸중, C16)
2
자주 찾는 질병·사고 26종
위암 · 폐암 · 뇌졸중 · 급성심근경색 · 당뇨 · 골절 · 화상 · 백내장 · 치주염 … 원클릭
3
상품 필터
전체 · 통합간편 · 케어프리 · 운전자 · 치아
4
부가기능 4종
검색기와 같은 표적항암 · 수술비 비교 · 상급종합 지도 · 상품 히스토리
5
탭 전환
특약검색 ↔ 보상시뮬레이터
6
🏠 대문
대문으로 돌아가기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결과 읽는 법 — 병원에 가는 순서 그대로 특약이 배치됩니다
🩺
1
진단
진단비 · 확정진단 특약
›
🔬
2
검사
MRI · CT · 내시경 · 유전자검사
›
🔪
3
수술
수술비 1-5종 · 1-7종 · 관혈/비관혈
›
🛏️
4
입원
입원일당 · 상급병실 · 간병
›
💊
5
치료
항암 · 방사선 · 표적 · 통합치료비
›
🏃
6
재활
재활 · 통원 · 요양
🏷️
배지의 뜻
「정확 일치」 = 검색 질병 코드가 특약 분류표에 그대로 있음 · 「카테고리」 = 상위 범주로 보장 · 「부분보장」 = 세부코드 일부만 보장 · 「모든 질병 공통」 = 질병수술비·입원일당처럼 병명을 가리지 않는 특약
⚠️
부분보장 경고
일부만 보장되면 미보장 코드와 병명을 적시합니다. 비어 있는 단계가 그대로 추가 제안의 근거가 됩니다
🔪
예상 수술종류
위암 C16 → 위절제 1-5종Ⅱ · 1-7종 5~6종처럼 별표 원문 기준의 수술 종수를 함께 표시
📋
질병 → MeAI 프롬프트
이 질병을 보장하는 당사 특약 전체를 자동 주입한 프롬프트를 복사해 MeAI에서 보장분석 완성
※ 보상 가능 특약을 안내하는 도구입니다. 실제 지급 여부·한도·금액은 약관상 지급사유와 인수심사(U/W)·실제 가입내역에 따라 최종 결정됩니다.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사용 순서와 상담 활용
🧮
1
탭 열기
특약검색기 오른쪽 아래 「🧮 보상시뮬레이터」
›
🔤
2
질병 입력
‘위암’ 또는 칩 클릭. 코드 자동 매칭
›
📦
3
상품 필터
고객이 가입한 상품만 남기기
›
🧭
4
단계별 확인
진단→검사→수술→입원→치료→재활 순서로 반응 특약
›
💬
5
고객에게 설명
화면을 위에서 아래로 읽으면 그대로 상담 스크립트
이런 상담에 씁니다
•  청구 상담 — “위암 진단받았는데 뭐 청구할 수 있어요?” 단계별로 빠짐없이 안내•  보장 공백 진단 — 부분보장·미보장 단계를 찾아 리모델링 제안•  신담보 설명 — 새 특약이 어느 단계에서 지급되는지 위치를 보여주며 설명•  교육 — 신인에게 치료 과정과 특약 구조를 동시에 학습시키기
주의할 점
•  가입 여부는 별도 — 도구는 상품 내 모든 특약을 보여줍니다. 고객 가입 내역과 대조하세요•  부분보장 표시가 있으면 세부코드까지 확인한 뒤 안내•  상해(S·T 코드)는 상해 공통 특약이, 질병 코드는 질병 공통 특약이 함께 나옵니다•  금액은 특약검색기의 가입금액별 차등 표에서 확인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상품 라인업
장기상품 50종을 상품구분·심사유형으로 좁히고 알릴의무 표·납입면제·특징을 한 화면에서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화면 구성 — 버튼을 누를수록 상품이 좁혀집니다
1
2
3
4
5
6
7
8
9
1
상품별 보기
상품 목록 모드(기본)
2
알릴의무 유형별
12개 고지유형으로 묶어서 보기 — “이 병력이면 어떤 상품?”
3
검색
상품명 · 특징 · 플랜 · 고지내용 검색
4
상품구분 버튼
통합 · 간편 · 전용 · 단품 · 펫 · 재물 · 실손 (같은 줄은 OR)
5
심사·고지유형 버튼
일반심사 · 간편심사 · 건강고지 · 태아 · 단체 · 화재 · 반려동물
6
＋ 상세필터
대상 · 특성 · 담보군 (예: 단기납 고환급 · 순수신인)
7
건수 · 필터 초기화
조건 바꾸는 즉시 “N개 상품” 갱신
8
상품 카드
가입연령 · 갱신/만기 · 심사 배지. 누르면 상세가 펼쳐짐
9
🏠 대문
대문으로 돌아가기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상품 상세와 알릴의무 표 읽는 법
1
2
3
4
5
6
7
1
기본 정보  ② 가입 연령  ③ 갱신/만기 · 종구분
4
알릴의무(고지의무) 표 · 납입면제 사유 · 인수플랜 · 상품특징
기간/고지대상 2열 표 · 고지유형 배지 · 예외·특례는 따로 표시
5
알릴의무 유형별 탭
표준(일반심사) · 간편 3.2.5 등 유형마다 기준 상품의 알릴의무 표와 해당 상품 목록
7
해당 상품 칩을 누르면 그 상품 상세로 이동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사용 순서와 상담 활용
🔘
1
조건 버튼 누르기
고객 조건(연령·병력·목적)에 맞는 상품구분·심사유형 선택
›
🔢
2
건수 확인
“N개 상품”이 3~5개가 될 때까지 좁히기
›
📖
3
상세 펼치기
가입연령 · 만기 · 종구분 · 납입면제 · 특징
›
📋
4
알릴의무 표 확인
고객 병력과 표의 기간·대상을 대조
›
🔄
5
역방향 탐색
병력이 먼저면 「알릴의무 유형별」에서 가능한 상품 찾기
이런 상담에 씁니다
•  유병자 상담 — 병력 고지 후 가입 가능한 간편·건강고지 상품 좁히기•  신인 교육 — 입사 직후 50종 라인업과 알릴의무 구조를 한 화면에서 익히기•  완전판매 — 청약 전 알릴의무 표를 고객과 함께 읽으며 고지 누락 방지•  납입면제 설명 — 상품별 면제 요건을 비교해 소구 포인트 정리
주의할 점
•  표는 표준 알릴의무 공통 내용입니다. 상품별 예외·특례가 따로 표시되면 그것이 우선•  “원본 자료에 별도 표기 없음”은 자료 미확인 상태 — 청약서로 확인•  필터 초기화를 누르면 전체 50종으로 돌아갑니다•  데이터 버전(ver2609)이후 출시 상품은 반영 전일 수 있습니다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프롬프트 라이브러리
MeAI에 바로 쓰는 검증 프롬프트 270개를 대주제·영업단계·소주제로 골라 원클릭 복사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 · 프롬프트 라이브러리
화면 구성 — 3중 필터로 “지금 상황”의 프롬프트를 찾습니다
1
2
3
4
5
6
7
8
1
키워드 검색
프롬프트 내용에서 검색 (예: 암, 화법, 청구)
2
대주제
전체 · 상품지식 · 실전영업 · 배경지식 · 업무지원
3
영업단계
고객발굴/CRM선정 → 고객터치 → 초회면담 → 보장분석/리모델링 → 가입제안/클로징 → 사후관리/소개요청
4
소주제
드롭다운으로 세부 주제 선택
5
표시 중 N / 전체 270
필터 결과 건수
6
필터 초기화
모든 조건 해제
7
프롬프트 카드
번호(P001) · 영업단계 · 소주제 · 요약 · 해시태그. 카드를 누르면 전문
8
🏠 대문
대문으로 돌아가기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 · 프롬프트 라이브러리
사용 순서 — 고르고, 복사하고, MeAI에 붙여넣기
🧩
1
필터 · 검색
대주제/영업단계/소주제 또는 키워드
›
👆
2
카드 클릭
전문과 해시태그 확인
›
📋
3
복사하기
보라색 버튼 한 번
🤖
4
MeAI 열기
사내 MeAI 채팅창
›
📝
5
붙여넣기 + 고객 정보
괄호 부분을 고객 상황으로 바꿔 입력
›
✅
6
답변 검토
특약검색기로 사실 확인 후 활용
1
2
3
더 잘 쓰는 법
•  특약검색기의 「MeAI 프롬프트 복사」와 함께 쓰면 특약 실데이터가 들어간 답을 받습니다•  보상시뮬레이터의 「질병 → MeAI 프롬프트」는 그 질병을 보장하는 당사 특약 전체를 자동 주입•  해시태그(#암 #화법)를 누르면 같은 태그의 프롬프트만 모아 볼 수 있습니다•  MeAI 답변은 초안입니다. 약관·지급 조건은 반드시 도구로 다시 확인하세요•  좋은 프롬프트를 발견하면 세일즈혁신TF에 보내주세요 — 라이브러리에 추가됩니다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
SECTION 05
명패 제작기
엑셀 명단 한 장으로 행사·교육·시상용 명패와 폼텍 라벨을 즉시 생성해 A4로 인쇄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 · 명패 제작기
화면 구성 — ① 엑셀 올리기 → ② 행사명·테마 → ③ 인쇄
1
2
3
4
5
6
7
8
9
10
11
1
📂 엑셀 파일 올리기
이름 · 소속 · 기타(직함) 열이 있는 엑셀
2
⬇ 샘플 양식 받기
처음이면 양식을 받아 채우세요
3
출력 방식
삼각대 명패 150×70 (A4 4개) / 폼텍 라벨 스티커
4
행사명
명패 정중앙 상단. 최근 행사명 칩 재사용
5
테마
라이트 / 다크(프리미엄)
6
이름 글꼴
바탕 · 궁서 · 맑은 고딕 · 굴림 · 돋움
7
회사 표시
공식 로고 올리기 또는 기본 워드마크
8
재단선
자르는 선 표시 on/off
9
정렬
엑셀순 · 이름 · 소속 · 기타
10
열 매핑 · 인쇄 (아래로 스크롤)
엑셀의 어떤 칸을 쓸지 자동 매칭 → 🖨 인쇄/PDF 저장
11
🏠 대문
대문으로 돌아가기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 · 명패 제작기
사용 순서 — 엑셀 한 장이면 5분 안에 끝납니다
⬇️
1
샘플 양식 받기
첫 줄이 제목(이름·소속·기타)인 엑셀
›
✍️
2
명단 채우기
이름 · 소속 · 기타(직함). 빈 칸은 표시되지 않음
›
📂
3
엑셀 올리기
미리보기에 즉시 명패가 나타남
›
🎨
4
행사명·테마·글꼴
행사명 입력, 라이트/다크, 이름 글꼴, 로고
›
🖨️
5
인쇄 / PDF
여백 없음 · 배율 100% · 배경 그래픽 켜기
삼각대 명패 (150×70mm)
•  A4 세로 한 장에 4개씩 채워집니다. 재단선을 켜고 자르세요•  행사명은 비워두면 표시되지 않습니다•  다크(프리미엄) 테마는 컬러 인쇄에서 고급스럽고, 라이트는 잉크 절약•  정렬 가나다순으로 바꾸면 좌석 배치가 쉽습니다
폼텍 라벨 스티커 · 주의
•  제품번호를 고르면 가로·세로 칸 배치가 자동. 목록에 없으면 직접 입력•  먼저 일반 A4에 시험 출력해 라벨지와 겹쳐 보고, 어긋나면 미세조정(mm)•  인쇄창에서 여백 ‘없음’ · 배율 100%(페이지에 맞춤 끄기)로 두어야 칸이 맞습니다•  내부망 보안 엑셀은 보안해제 후 올려야 정상 반영•  명단은 서버로 가지 않습니다 — 화면에서만 처리, 창을 닫으면 사라짐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
SECTION 06
통합치료비 시뮬레이션
질병을 고르면 암·뇌·심장 통합치료비 특약 12종이 치료 단계별로 얼마를 지급하는지 계산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화면 구성 — 왼쪽에서 질병을 고르면 오른쪽에 금액이 나옵니다
1
2
3
4
5
6
7
1
검색창
질병명 · KCD 코드 · 초성(ㄷㅈㅇㅈ) 입력. 자동완성에서 선택
2
암 칩
위암 · 폐암 · 유방암 · 대장암 · 갑상선암 · 전립선암 · 간암 · 자궁경부 제자리암
3
뇌·심장 칩 / 암 전후·양성 질환
뇌경색 · 뇌출혈 · 급성 심근경색 · 협심증 · 심방세동 … / 대장 용종 · 위 선종 · 자궁근종 …
4
3단계 안내
질병 검색 → 치료 과정 선택 → 금액 확인
5
많이 찾는 질병
위암 · 뇌경색 · 급성 심근경색 · 대장 용종 바로가기
6
🏠 대문
대문으로 돌아가기
7
ver2609
데이터 기준(통합간편 2607 약관)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① — 질병 정보와 치료 과정 고르기
1
2
3
4
5
1
질병 헤더
병명 · KCD 코드 · 분류 배지(암/유사암 등) · 한 줄 설명
2
내 조합에서 이 질병을 보장하는 특약
조합에 넣은 특약별 가입금액. 「대상 아님」은 이 질병을 보장하지 않는 특약
3
✨ 추가하면 더 받을 수 있어요
조합에 없는데 이 질병을 보장하는 특약 — 누르면 바로 추가(＋)
4
함께 보면 좋은 질병
연관 질병으로 이동 (위암 ↔ 위 선종)
5
어떤 치료를 받게 될까요?
자주 받는 치료 과정 카드. 「가장 흔해요」「요즘 많이 선택해요」 표시. 누르면 아래 금액이 바뀜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② — 1년 합계와 “가입 후 1년 이내” 토글
1
2
3
4
5
왼쪽 「내 통합치료비 조합」 카드에는 현재 켜 둔 특약과 가입금액이 보입니다. 「바꾸기」로 조합 시트를 엽니다.
1
1년 동안 받는 통합치료비
선택한 치료 과정으로 특약 전체 합계. 숫자가 올라가는 애니메이션
2
특약별 지급액 · 색 막대
어느 특약에서 얼마가 나오는지 비율 막대와 목록. 「연간 한도 적용」이면 가입금액 한도에 걸린 것
3
대상 아님
이 질병을 보장하지 않는 특약은 0원이 아니라 「대상 아님」
4
가입 후 1년 안에 치료받으면?
스위치를 켜면 1년 감액(50%) 특약과 암 90일 대기가 반영된 금액으로 바뀜
5
바꾸기
조합(특약 on/off · 가입금액) 변경 시트 열기
메리츠화재 · 세일즈혁신TF
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③ — 치료 단계별로 받는 금액 읽는 법
1
2
3
4
5
6
1
단계 번호 · 아이콘
진단(파랑) · 검사 · 수술/시술(빨강) · 항암/방사선(보라) · 중환자/입원(주황) · 재활(초록) · 추적
2
치료명 · 쉬운 설명
“위내시경 + 조직검사 — 내시경으로 보고 조직을 떼어 암인지 확인해요”
3
단계 합계
이 치료에서 나오는 금액 합계 (+25만원). 0원이면 회색
4
치료 항목 칩 ?
내시경 · 조직검사 · 수술 … 누르면 의료 용어 한 줄 풀이
5
특약별 지급 줄
특약 아이콘 · 통합치료항목명 · 금액. 비급여·병원조건·표적항암 배지 표시
6
💡 미지급 사유
“같은 해에 이미 받은 항목이에요(연 1회)” 처럼 0원인 이유를 문장으로
메리츠화재 · 세일즈혁신TF
29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조합 바꾸기 · 내가 조합 만들기
1
2
3
4
5
6
7
8
1
암 계열 / 뇌·심장 계열 탭
② 스위치 특약 켜기/끄기  ③ 가입금액 구간 4,000만·8,000만·1억 등  ④ 적용하기 / ⑤ 기본 조합으로 되돌리기. 병원조건(암중점·상급종합) 특약은 배지로 표시
6
내가 조합 만들기 (치료 과정 카드 옆 ➕)
⑦ 검사·주요치료·그 외에서 받을 치료를 눌러 담기. 같은 치료를 여러 번 담으면 반복 치료 계산  ⑧ 이 조합으로 보기 → 「내가 만든 조합」 카드가 생기고 단계별 금액이 다시 계산됩니다
메리츠화재 · 세일즈혁신TF
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가입금액을 바꾸면 — 설계 대화의 근거
1
2
3
4
5
6
1
5년 치료 계획으로 보면 (유방암·간암 등 재발 시나리오가 있는 질병)
연차별 치료 내용과 금액 막대. 「자세히」를 누르면 연차별 특약 내역
2
연차 막대 · 합계
해마다 연간 한도가 새로 적용되므로 5년 합계가 커집니다 (유방암 예시 3억 2,199만원)
4
가입금액 구간별 금액
같은 치료 과정을 4,000만·8,000만·1억으로 계산. 「📌 지금 조합」이 현재 값
5
행을 누르면 조합에 즉시 반영
“1억으로 올리면 이 치료에서 +250만원” — 증액 제안 근거
6
📋 보장표 보기
특약의 통합치료항목 × 가입금액 지급금액표 (다음 장)
③ 치료 내용은 예시 — 검사·주요치료 항목은 해마다 연 1회씩 다시 지급
메리츠화재 · 세일즈혁신TF
31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보장표 · 꼭 알아두세요 — 고객에게 반드시 함께 말할 것
1
2
3
4
1
보장표 = 약관 지급금액표
통합치료항목(검사 · 주요치료 · 비급여 치료 · 통증완화 · 재활) × 가입금액 구간. 「지급」 표시는 지금 보는 치료 과정에서 나오는 항목, 파란 열이 현재 가입금액
② 항목 아래 작은 글씨 = 지급 주기(연간 1회 · 수술 1회당 · 1일 1회 연간 N회)   ③ 가입금액 구간별 금액
④ 꼭 알아두세요 (화면 하단 자동 안내)
•  예시 금액 — 실제 지급은 진단서·진료비세부내역서의 수가코드와 약관 심사로 결정•  연 1회 한도 — 검사·주요치료는 같은 항목 연 1회, 수술은 1회당, 재활은 하루 1회•  비급여 특약(암 Ⅱ·주요치료)은 급여 치료에 지급하지 않음 · 호르몬 치료제 제외 · 유방 복원술 미지급
메리츠화재 · 세일즈혁신TF
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사용 순서와 상담 화법
🔤
1
질병 선택
칩 클릭 또는 병명·코드·초성 검색
›
🧩
2
조합 맞추기
고객 가입(예정) 특약과 가입금액으로 「바꾸기」
›
🧭
3
치료 과정 선택
가장 흔한 과정부터, 필요하면 내가 조합 만들기
›
💰
4
금액 읽기
1년 합계 → 단계별 → 1년 이내 토글
›
📊
5
비교 · 제안
가입금액 구간 비교와 5년 계획으로 증액 근거
화면을 보며 이렇게 말합니다
“고객님, 위암으로 조기 발견돼 내시경으로 떼어내는 가장 흔한 과정이면 — 내시경·조직검사 25만원, CT 10만원, 내시경 절제술 1,000만원, 합쳐서 1년에 1,035만원이 통합치료비로 나옵니다.”“다빈치 로봇 수술을 선택하시면 수술비에 로봇수술비가 더해지고, 항암약물치료까지 이어지면 이 화면처럼 금액이 올라갑니다.”“지금 4,000만원으로 설계돼 있는데 1억으로 올리면 같은 치료에서 이만큼 더 받으십니다 — 여기 막대가 그 차이입니다.”“가입 후 1년 안에 치료받으면 절반만 나오는 특약이 있어요. 스위치를 켜면 그 금액이 이렇게 보입니다.” — 감액·대기기간은 반드시 함께 안내
메리츠화재 · 세일즈혁신TF
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
SECTION 07
함께 쓰기 · FAQ
도구를 이어서 쓰는 상담 시나리오와 자주 묻는 질문
메리츠화재 · 세일즈혁신TF
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함께 쓰기
상담 시나리오 ① — 유병자 고객의 신규 가입 제안
📦
1
상품 라인업
「알릴의무 유형별」에서 고객 병력(예: 고혈압 투약)으로 가입 가능한 간편·건강고지 상품 찾기
›
🔍
2
특약검색기
후보 상품에서 고객 관심 질병(뇌경색 I63) 보장 특약과 사각지대 확인
›
🧮
3
보상시뮬레이터
뇌경색 치료 여정별 반응 특약과 부분보장 경고 확인
›
💊
4
통합치료비 시뮬
특정순환계 통합치료비 가입금액별 금액으로 설계 제안
›
✨
5
MeAI 프롬프트
「보장분석/리모델링」 프롬프트에 위 내용을 넣어 제안서 초안
포인트
•  앞 도구의 결과가 뒤 도구의 입력이 됩니다 — 상품 → 특약 → 질병 → 금액 → 문장 순서로 좁혀갑니다•  청약 전에는 상품 라인업의 알릴의무 표로 고지 항목을 고객과 함께 다시 확인합니다•  MeAI 답변에 나온 특약명·금액은 특약검색기로 재확인한 뒤 고객에게 전달합니다
메리츠화재 · 세일즈혁신TF
35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함께 쓰기
상담 시나리오 ② — 기존 고객 사후관리 · 청구 안내
📞
1
고객 연락
“위암 진단받았어요” — 당황하지 말고 도구를 엽니다
›
🧮
2
보상시뮬레이터
위암 입력 → 진단·검사·수술·입원·치료 단계별 청구 가능 특약 목록
›
💊
3
통합치료비 시뮬
고객 조합으로 맞춘 뒤 예상 치료 과정을 골라 1년 통합치료비 예상액 안내
›
🔍
4
특약검색기
특약 상세의 약관 본문·지급 조건과 약관 페이지를 근거로 제시
›
✨
5
MeAI 프롬프트
「사후관리/소개요청」 프롬프트로 청구 서류 안내문·위로 메시지 작성
포인트
•  금액은 “예상”이라고 말합니다 — 실제 지급은 진단서·진료비세부내역서와 심사로 결정•  청구 서류는 단계별로 — 진단(진단서·조직검사 결과), 수술(수술확인서), 입원(입퇴원확인서), 치료(진료비세부내역서)•  보장 공백이 보이면 치료가 끝난 뒤 리모델링 상담으로 자연스럽게 이어갑니다
메리츠화재 · 세일즈혁신TF
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FAQ
자주 묻는 질문
Q
화면이 안 열려요 / 흰 화면이에요
주소를 다시 확인하고 새로고침(F5). 회사 내부망에서는 보안 정책으로 일부 글꼴만 대체될 뿐 기능은 동작합니다. 그래도 안 되면 다른 브라우저(크롬)로 열어 보세요.
Q
검색해도 결과가 0건이에요
띄어쓰기를 빼거나 더 짧은 단어로 검색하세요. 특약검색기는 상품 필터가 걸려 있으면 그 상품만 보여줍니다 — 「전체」로 바꿔 보세요.
Q
금액이 약관과 달라요
도구는 약관 지급금액표·예시 기준입니다. 데이터 버전(ver2609) 이후 개정분은 반영 전일 수 있으니 문의처로 알려주시면 즉시 수정합니다.
Q
휴대폰에서 표가 잘려요
표·지도는 옆으로 밀어서 보세요. 시트(팝업)는 아래로 끌거나 ✕로 닫습니다. 가로 모드로 돌리면 더 편합니다.
Q
고객 정보를 입력해도 되나요?
입력하는 칸 자체가 없습니다. 명패 제작기의 명단은 화면 안에서만 처리되고 서버로 전송·저장되지 않습니다.
Q
새 특약·새 상품은 언제 반영되나요?
출시 후 데이터만 교체해 반영합니다. 오른쪽 위 버전 배지 숫자가 바뀌면 갱신된 것입니다.
Q
인쇄하면 색이 빠져요
인쇄창에서 「배경 그래픽」을 켜고 배율 100%, 여백 없음으로 두세요. PDF로 저장을 고르면 파일로도 받을 수 있습니다.
Q
건의·오류는 어디로?
세일즈혁신TF 이헌수 — 화면 캡처와 함께 알려주시면 가장 빠릅니다. 좋은 프롬프트·시나리오 제안도 환영합니다.
메리츠화재 · 세일즈혁신TF
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걱정은 저희가 대신할게요.
영업만 신경 쓰세요!
접속  hunx11-sys.github.io/MeAI   ·   문의  세일즈혁신TF 이헌수   ·   데이터 ver2609
내부 설계사 교육·업무용 도구입니다. 실제 보장 여부 및 지급금액은 반드시 약관을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영업지원 도구 6종 사용 매뉴얼</dc:title>
  <dc:subject>PptxGenJS Presentation</dc:subject>
  <dc:creator>세일즈혁신TF</dc:creator>
  <cp:lastModifiedBy>세일즈혁신TF</cp:lastModifiedBy>
  <cp:revision>1</cp:revision>
  <dcterms:created xsi:type="dcterms:W3CDTF">2026-09-15T21:21:32Z</dcterms:created>
  <dcterms:modified xsi:type="dcterms:W3CDTF">2026-09-15T21:21:32Z</dcterms:modified>
</cp:coreProperties>
</file>