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7f4a7ba7-8b20-5496-b90b-7aeb2e1d1d67/scratchpad/ppt/final/m/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영업지원도구 6종 현장 사용 매뉴얼</dc:title>
  <dc:subject>PptxGenJS Presentation</dc:subject>
  <dc:creator>세일즈혁신TF 이헌수</dc:creator>
  <cp:lastModifiedBy>세일즈혁신TF 이헌수</cp:lastModifiedBy>
  <cp:revision>1</cp:revision>
  <dcterms:created xsi:type="dcterms:W3CDTF">2026-09-15T23:24:10Z</dcterms:created>
  <dcterms:modified xsi:type="dcterms:W3CDTF">2026-09-15T23:24:10Z</dcterms:modified>
</cp:coreProperties>
</file>