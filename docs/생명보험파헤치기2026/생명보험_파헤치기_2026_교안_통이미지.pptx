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표지. 2026년 최신 통계·규제·시장 트렌드로 구성한 생명보험 컨설팅 교안입니다.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도입부. 4가지 변화 요인을 짚고, 왜 지금 생명보험을 다시 배워야 하는지 공감대를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아이스브레이킹. 손을 들어보게 하세요. 대부분 왼쪽입니다.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현장 실제 사례. 교통재해사망특약(대중교통 이용 중 재해사망 시 고액)을 「사망 시 10억」으로 기억하는 고객 이야기입니다.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"고객님, 83세까지 사는 건 확률이 아니라 기본값이에요. 문제는 그중 18년을 어떤 돈으로 버티느냐입니다."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「터진다 &lt; 막힌다 &lt; 좁아진다」 화법의 근거 통계입니다. 심평원 최신(2024) 환자 수는 국민관심질병통계에서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2026.7.16 2.50→2.75%(3년 6개월 만의 인상), 8.27 3.00%(연속 인상). 6월 CPI 3.2%, 8월 3.1%. 금리 상승 = 대출이자 부담 상승 → 보험 해지 압력도 함께 커집니다(다음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상품 트리를 2026년 기준으로 정리. 생보 건강보험(제3보험)을 보장성 가지에 포함했습니다.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단어 하나=기능 하나=비용 하나라는 비유로 요약합니다.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"주계약 5,000만원 가입 시 사망하면 5,000만원, 진단 후 사망하면 1,000만원" 사례를 이 구조와 함께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2026년 적용 평균공시이율 2.50%(금감원 고시, 2025.12), 5대 은행 1년 정기예금 3.30~3.45%(2026.9). 회사별 공시이율은 생명보험협회 공시실에서 강의 시점 수치로 갱신하세요.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D사·K사 보증비용 사례 수치 인용. 최신 상품설명서로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"STOP &amp; GO" 화법과 "입출금 통장처럼 빼서 쓴다고요? 이자 10% 현금서비스에요"를 함께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특별계정 투입보험료(납입보험료×85~95%) 도식. 달러종신은 Part 4 실패사례와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연도는 시장에서 주류가 된 대략적 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IRR은 월 100만원×60회 납입, 120개월 시점 7,200만원 수령 가정으로 계산(약 2.6%/년).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연금전환 구조 + 2025년 사망보험금 유동화 제도. 제도 세부는 Part 1 통계·규제 슬라이드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다트판 비유로 「중대한」 요건의 문턱을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회사별 약관에 따라 CK-MB 외 트로포닌 인정 여부가 다르므로 해당 증권의 약관으로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"예시로 18가지 담보 중 하나를 보상받으면 나머지 17개 소멸" — 이 한 문장을 고객에게 그대로.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 설명(뇌경색·협심증 부지급, 최초 1회한, 종신 대비 비싼 보험료)을 한 사람의 시나리오로 재구성. 진단비 3,000만·선지급 80%는 예시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재해분류표의 구체적 제외 항목은 해당 증권의 약관 별표를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처리는 해당 생보사 콜센터·앱에서 고객이 직접 신청.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세제 세부는 Part 1 규제 슬라이드와 최신 세법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「필요하다고 느낀 보험에 동그라미」 워크를 포함하세요.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신상품 예: 한화 시그니처H통합건강(2026.1, 12대 질병 납면), 삼성 인터넷 뇌심건강(2025.7), 교보(2024.3). 고객이 보유한 옛 종신·CI·GI와 구분해서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"생보는 무조건 소액암"이 아니라 "소액암 구분 상품이 여전히 많다"가 정확한 표현입니다. 고객 증권의 암 분류표를 함께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 수치는 시점·연령·회사별로 달라집니다. 강의 시 당사 전산 견적으로 갱신하고, 비교 대상 생보사 견적은 보험다모아(e-insmarket.or.kr)에서 조회하세요.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「오늘 1억과 40년 후 1억의 가치」: 물가 2%면 40년 뒤 1억의 실질가치는 약 4,500만원.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엠바스켓 11대 납면, 더좋은엠바 희귀난치 7대 포함 기준. 현행 판매 상품의 납면 조건은 최신 상품설명서로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간병일당 20만원 경쟁(2026.8 NH농협생명·현대해상, 금감원 예의주시)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한 줄: "종신보험은 만기가 사망이라 살아서는 한 푼도 못 씁니다. 메리츠는 100세 만기까지 아플 때마다 매년 최대 3억 4천만원 한도가 다시 열립니다."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가입제안서 48p 「통합치료비 한눈에」와 53p 「암 통합치료비(기본형) 특약 안내사항」 기준. 담보 번호: 72·77·160·82·83.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제안서 51p 폐암 사례 그대로. 조건: 표적항암약물허가치료비는 연간 약물종류 2종 이상(표적항암제 → 키트루다) 기준.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"생보 증권의 뇌출혈은 14개 중 3개, 급성심근경색은 72개 중 3개예요. 통합치료비 두 개를 같이 넣으면 뇌 11개, 심장·혈관 68개까지 넓어지고, 그것도 매년 다시 열립니다."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「메리츠」 금액은 제안서 사례 금액을 그대로 합산한 예시입니다. 생보 종신은 사망 시 1억 외 생존 중 지급이 없다는 구조를 대비해 보여 주는 슬라이드입니다.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고객의 가입 이유를 먼저 듣는 것이 컨설팅의 출발점입니다.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설계사가 고객에게 그린 그림을 그대로 재현해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통계는 Part 1 슬라이드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롤플레이로 읽어 보게 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단계를 순서대로. FP 발화 30% 이내.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「왜?」 단계 스크립트. 부담을 먼저 인정하고 「어떤·무엇」으로 묻습니다.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「그 밖에 또?」 단계 스크립트 + 「고객이 원했던 것, 실제 가입한 것」 워크시트.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「그래서!」 단계 스크립트. 고객의 단어로 제안합니다.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「종신보험도 좋은 보험이다 / 판매 방법이 잘못된 것이다」 — 상품이 아니라 판매 방식을 짚는 결로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 통계(정착률·승환·고아계약)로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통계: 2024 사망원인통계, 2023 국가암등록통계, 건보공단 생애의료비(2025.12).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상조 비유는 고객이 스스로 결론을 내게 하는 질문형으로.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10억 버스, 다트판, 18개 중 1개 — 세 비유를 증권과 함께 보여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보험료는 예시이며 강의 전 당사 견적으로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환급률→IRR 환산은 Part 2 「단기납 종신 착시」 슬라이드 참조. 환급률 수치: 보험저널(2026.9).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달러보험 판매 건수·소비자경보: 금감원(2026.1). 생보 신형 건강보험: 한화 시그니처H(2026.1), 삼성 뇌심(2025.7), 교보(2024.3).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현행 판매 상품명·담보는 강의 시점 상품설명서와 MeAI 특약검색기로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MeAI 대문(index)에서 6종 도구로 이동. 프롬프트 라이브러리 메타: 「메리츠화재 보험영업 전용 LLM MeAI 추천 프롬프트 270개」, 문의 세일즈혁신TF.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MeAI 특약검색기는 당사(메리츠) 약관 검색기이고, 생보 약관은 MeAI LLM에 증권·약관 문장을 넣어 해석시킵니다. 생보사 약관 원문은 각사 공시실에서 PDF로 받을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P177~P182는 MeAI 프롬프트 라이브러리 「상품지식 › 생보/종신」 실제 항목. 교안용 2개는 이 교안에서 제안하는 예시 프롬프트입니다.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현장에서는 MeAI 결과를 그대로 읽지 말고, 고객 말이 나올 때마다 다시 넣어 스크립트를 갱신하세요.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하나라도 꼭 기억시키고, 움직이게 만드는 것이 목표입니다.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미션은 반드시 기한과 공유 방식을 정해 주세요. 성공사례는 프롬프트로 만들어 라이브러리에 축적합니다.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문장으로 마무리합니다.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클로징. 긍정적인 한 마디로 마칩니다.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3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3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3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3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3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3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4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4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4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4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4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4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4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4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4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4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5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5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5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5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5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5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5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5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5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5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6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notesSlide" Target="../notesSlides/notesSlide6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/>
  <dc:creator>세일즈혁신TF 이헌수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