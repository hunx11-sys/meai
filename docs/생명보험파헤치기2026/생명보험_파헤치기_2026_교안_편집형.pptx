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</p:sldIdLst>
  <p:notesMasterIdLst>
    <p:notesMasterId r:id="rId8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notesMaster" Target="notesMasters/notesMaster1.xml"/><Relationship Id="rId89" Type="http://schemas.openxmlformats.org/officeDocument/2006/relationships/presProps" Target="presProps.xml"/><Relationship Id="rId90" Type="http://schemas.openxmlformats.org/officeDocument/2006/relationships/viewProps" Target="viewProps.xml"/><Relationship Id="rId91" Type="http://schemas.openxmlformats.org/officeDocument/2006/relationships/theme" Target="theme/theme1.xml"/><Relationship Id="rId9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2026년 최신 통계·규제·시장 트렌드로 구성한 생명보험 컨설팅 교안입니다.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왜 지금 생명보험을 다시 배워야 하는지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상품 트리를 2026년 기준으로 정리. 생보 건강보험(제3보험)을 보장성 가지에 포함했습니다.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D사·K사 보증비용 사례 수치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"STOP &amp; GO" 화법과 "입출금 통장처럼 빼서 쓴다고요? 이자 10% 현금서비스에요"를 함께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특별계정 투입보험료(납입보험료×85~95%) 도식. 달러종신은 Part 4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연금전환 구조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다트판 비유로 「중대한」 요건의 문턱을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"예시로 18가지 담보 중 하나를 보상받으면 나머지 17개 소멸" — 이 한 문장을 고객에게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 설명(뇌경색·협심증 부지급, 최초 1회한, 종신 대비 비싼 보험료)을 한 사람의 시나리오로 재구성. 진단비 3,000만·선지급 80%는 예시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「필요하다고 느낀 보험에 동그라미」 워크를 포함하세요.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「오늘 1억과 40년 후 1억의 가치」: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엠바스켓 11대 납면, 더좋은엠바 희귀난치 7대 포함 기준.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한 줄: "종신보험은 만기가 사망이라 살아서는 한 푼도 못 씁니다. 메리츠는 100세 만기까지 아플 때마다 매년 최대 3억 4천만원 한도가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가입제안서 48p 「통합치료비 한눈에」와 53p 「암 통합치료비(기본형) 특약 안내사항」 기준. 담보 번호: 72·77·160·82·83.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 51p 폐암 사례 그대로. 조건: 표적항암약물허가치료비는 연간 약물종류 2종 이상(표적항암제 → 키트루다)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「메리츠」 금액은 제안서 사례 금액을 그대로 합산한 예시입니다. 생보 종신은 사망 시 1억 외 생존 중 지급이 없다는 구조를 대비해 보여 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고객의 가입 이유를 먼저 듣는 것이 컨설팅의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설계사가 고객에게 그린 그림을 그대로 재현해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순서대로. FP 발화 30% 이내.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「왜?」 단계 스크립트. 부담을 먼저 인정하고 「어떤·무엇」으로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 밖에 또?」 단계 스크립트 + 「고객이 원했던 것, 실제 가입한 것」 워크시트.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「그래서!」 단계 스크립트. 고객의 단어로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「종신보험도 좋은 보험이다 / 판매 방법이 잘못된 것이다」 — 상품이 아니라 판매 방식을 짚는 결로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 통계(정착률·승환·고아계약)로 뒷받침합니다.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상조 비유는 고객이 스스로 결론을 내게 하는 질문형으로.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10억 버스, 다트판, 18개 중 1개 — 세 비유를 증권과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현행 판매 상품명·담보는 강의 시점 상품설명서와 MeAI 약관 검색으로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"MeAI를 켠 고객은 거의 예외 없이 설계까지 갑니다." 속도가 아니라 성사율이 달라진다고 말하세요(체결 소요일 12일 vs 13일).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상단 버튼: 모바일 [보장 분석][사용 정보][요약 생성][새로 대화], PC [보장분석][사용중인 정보 수정][요약 리포트]. 고객 정보는 [입력 완료]를 눌러야 반영됩니다.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MeAI 답변은 생성형 AI라 오류가 있을 수 있습니다. 약관 검색으로 원문을 확인한 뒤 고객에게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잘 먹힌 질문은 내 질문 아래 ⊕ 로 「나의 질문」에 저장. 다음엔 [이 질문 사용하기] 한 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리포트에는 "AI로 생성된 보조자료입니다"가 표시되지만 최종 책임은 보내는 사람에게 있습니다. 숫자·약관 근거를 확인하고 내부 판단용 답변은 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하나라도 꼭 기억시키고, 움직이게 만드는 것이 목표입니다. 좋았던 결과는 「나의 질문」에 저장하세요.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미션은 반드시 기한과 공유 방식을 정해 주세요. 성공사례 질문은 프롬프트 라이브러리 「나의 질문」에 축적하고 팀 단톡에 복사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클로징. 긍정적인 한 마디로 마칩니다.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 · 만기까지 사망 vs 생존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72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약관 조회 → 보장분석 → 가계약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이 한 줄이 2026년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이 두 줄만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초저금리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Part 4의 실패사례 고객이 바로 「유니버셜 달러 종신」 가입자입니다.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vs 메리츠 — 같은 사람이 같은 병에 걸리면 얼마를 받나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GI 종신 주계약 1억(선지급 80%) vs 메리츠 통합건강(암·뇌혈관·허혈성 각 3천 + 수술비) — 예시 시나리오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 종신보험 (주계약 1억)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 (예시 설계)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47세  협심증 → 스텐트 시술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(급성심근경색이 아니므로 GI 해당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허혈성심장질환 진단비 3,000만 + 수술비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다른 담보 그대로 유지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50세  뇌경색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(뇌출혈만 해당, 뇌경색은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 진단비 3,000만 + 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뇌졸중 진단 → 이후 보험료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55세  위암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선지급 (최초 1회한)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1억 → 2,000만으로 감소, 이후 GI 추가 지급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진단비 3,000만 + 암 수술비 + 입원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담보(뇌·심장·수술)도 계속 살아 있음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번 아픈 동안 받은 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(한 번, 그것도 사망보험금 당겨 쓴 것)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9,000만 + 수술·입원 +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보험료 (45세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30만원대 (종신보다 약 40% 비쌈)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10만원대 (사망담보 제외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28600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협심증으로 스텐트 넣으면 이 보험은 0원이에요. 뇌경색도 0원. 암에 걸리면 8천만원 나오지만, 그건 고객님 사망보험금을 미리 당겨 쓰는 거라 유족은 2천만원만 받습니다."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4389120"/>
            <a:ext cx="3227832" cy="960120"/>
          </a:xfrm>
          <a:prstGeom prst="roundRect">
            <a:avLst>
              <a:gd name="adj" fmla="val 20952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34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GI가 CI보다 나아진 점: 「중대한」 대신 진단코드로 지급, 뇌출혈은 진단만으로 OK.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남은 것: 뇌출혈·급성심근경색만, 최초 1회한, 선지급 후 사망보험금 감소.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GI는 「나열된 병 중 첫 번째 하나」에만, 「내 사망보험금을 미리 당겨」 줍니다. 메리츠는 「걸릴 때마다, 각각, 사망보험금과 별개로」 줍니다. 세 번 아픈 사람에게 어느 쪽이 보험일까요?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진단비·보험료는 이해를 돕기 위한 예시이며 실제 지급액·보험료는 가입 설계와 약관에 따릅니다. 강의 전 당사 견적으로 갱신하세요.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 · 만기까지 사망보장 vs 생존보장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(동일 조건 견적 비교 예시)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 정기형 예시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설계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생보 A사 vs 메리츠 특약 견적 비교 예시,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(예시 가정)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「만기」라는 같은 단어, 완전히 다른 두 그림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「사망」입니다. 메리츠 The건강한의 만기는 「100세」이고, 그 사이 매년 치료비 한도가 새로 열립니다.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1억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가입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018520" y="272491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× 1회 (죽어야 나옴)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56년 동안 이 보험에서 나오는 치료비: 0원 (선지급형은 나열 질병 중 첫 번째 1회에 한해 사망보험금을 당겨 씀)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89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069080"/>
            <a:ext cx="3637712" cy="314554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63771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The건강한 · 통합치료비 5종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3억 4,000만원 한도 × 매년 새로 (최대 56회)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13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982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882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66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651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5355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19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04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84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072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57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41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7257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10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943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786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629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1473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0316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159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8002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6845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5688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4532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3375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218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061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748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7591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6434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277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120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963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1807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0650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9493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336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7179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022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86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370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2552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139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023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908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7925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8676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561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454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329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214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98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9827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1867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2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548640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72세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966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만기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 = 보험연도 하나. 암 1억 · 암Ⅱ(비급여) 7천 · 특정순환계 1억 · 주요손상 3천 · 암전후·양성신생물 4천 — 담보별 연간 한도가 해마다 리셋됩니다. 진단비는 최초 1회, 통합치료비는 치료받을 때마다.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통합치료비란 — 진단금과 별개로, 「실제 받은 치료」 항목마다 지급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주요치료 → 수술 → 재활, 치료 단계마다 정해진 금액이 나옵니다. 진단비를 이미 받았어도 따로.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0208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검사·수술·항암약물·방사선·비급여 표적/면역/로봇/양성자·통증완화·재활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642616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통합치료비Ⅱ (비급여·상급종합)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15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7,000만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암수술 750만/회, 표적·면역·양성자 각 2,000만/연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19272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3924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374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뇌출혈·뇌경색·심근경색·협심증·부정맥·심부전 등 52개 질병군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특정순환계질환(주요손상및질환)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050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고혈압·판막·경막·두개내손상 등 40개 질병군 — 위와 겹치지 않게 보완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47457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암전후관련 특정질환·양성신생물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7457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전후의 검사·마취·중환자실·양성종양 수술(1~5종) 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7315200" cy="777240"/>
          </a:xfrm>
          <a:prstGeom prst="roundRect">
            <a:avLst>
              <a:gd name="adj" fmla="val 2588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394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합계 3억 4,000만원 — 해마다 새로 적용, 담보별 한도는 각각. 통합치료비 5종 월 보험료 합계 82,163원(위 설계 기준)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38160" y="1965960"/>
            <a:ext cx="3502152" cy="4206240"/>
          </a:xfrm>
          <a:prstGeom prst="roundRect">
            <a:avLst>
              <a:gd name="adj" fmla="val 5744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지급 규칙 4가지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5146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검사·주요치료: 항목별 연간 1회한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수술: 수술할 때마다 (1회당)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재활: 입원·외래 1일 1회 (연 15~20회)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한도는 보험연도마다 새로 시작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후 1년 미만은 50% 감액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진단비(최초 1회)와 별개로 지급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 1억 — 무엇을 받으면 얼마가 나오나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총 지급한도 1억원. 항목별 금액은 계약 1년 경과 후 기준.</a:t>
            </a:r>
            <a:endParaRPr lang="en-US" sz="14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28016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통합치료항목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지급횟수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지급금액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내시경·MRI·PET·특정단일유전자검사 / 초음파·CT / 특정생검 조직병리 / 특정 NGS 유전자패널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 / 10만 / 20만 / 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암(유사암 제외) 수술 / 유사암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 1회당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항암방사선치료 / 항암약물치료 / 항암세기조절방사선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1,000만 (기타피부암·갑상선암 200만)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다빈치로봇 수술 / 특정암 로봇수술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표적항암약물허가치료 / 특정면역항암약물허가치료 / 항암양성자방사선치료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통증완화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특정통증완화치료(급여)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입원·외래 암 재활치료(급여)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1일 1회, 연 20회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총 지급액 한도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321040" y="1965960"/>
            <a:ext cx="3319272" cy="42062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5496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 암 통합치료비Ⅱ (비급여) 7,000만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514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 수술 750만 / 수술 1회당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다빈치로봇 750만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표적·면역·양성자 각 2,000만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7,000만 (1년 미만 3,500만)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 합치면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4937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1종: 기본형 3,000만 + Ⅱ 2,000만 + 10년갱신 표적항암약물허가치료비 1억 = 연 1억 5,000만원대. 항암을 해마다 계속하면 해마다 다시.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53p 암 통합치료비(기본형)·43p 암 통합치료비Ⅱ 특약 안내사항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① 폐암 — 진단부터 표적항암까지 4억 6,155만원, 그리고 이듬해 또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흉강경 폐절제 → 표적·면역(키트루다) 항암 → 상급종합 1인실 입원. 어느 담보에서 얼마가 나오는지.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1940357" cy="276149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40357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검사·진단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흉부 CT · PET · 조직검사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7,035만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통합암진단비 5,000 + 암진단및치료비Ⅱ 2,000 + 암 통합치료비 검사 35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82112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4992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47872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7872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수술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흉강경 폐엽절제술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4,140만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암수술비 1,000 + 수술비Ⅱ 5종 1,000 + 6종 1,000 + 암 통합치료비 수술 1,000 + 상급종합 질병수술비 100 …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98464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64224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항암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→ 키트루다(면역·비급여)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4,760만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10년갱신 표적항암약물허가치료비 1억 + 암 통합치료비 표적 3,000·면역 3,000 + 암Ⅱ 표적 2,000·면역 2,000 + 26종 항암약물치료비 4,000 …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14816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0576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입원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 1인실 10일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220만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상급병실 1인실 일당 110 + 종합병원 일당 100 + 질병입원일당 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4억 6,155만원 (진단비 7,000만 포함). 종신보험 1억은 이 고객이 「죽어야」 나옵니다. 이 고객은 살았고, 다음 해에도 항암을 합니다.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반복(연 1회): 표적항암 1종 최초 2억 760만 → 이듬해 2억 750만 → 그 다음 해도. 면역+표적 병용이면 3억 3,760만 → 매년 3억 3,750만. 한도는 해마다 새로.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45p 암 세부보장, 51p 사례로 보는 치료비 보장 (담보 조건부는 보수적으로 계산)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조합의 힘 — 암 통합치료비 1억 + 암전후관련·양성신생물 통합치료비 4,000만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암이 되기 「전」의 혹·결절·용종과 암 치료 「중」의 마취·중환자실·검사까지. 두 담보가 시간축을 이어 붙입니다.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1887550" cy="288950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188755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 — 양성신생물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결절, 유방 양성종양, 자궁근종, 대장 용종, 담석…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암전후·양성신생물 통합치료비: 특정생검·내시경·천자 30만, 골수검사 50만, 수술 1종 5만~5종 1,000만, 전신마취(6h↑) 500만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103120"/>
            <a:ext cx="1600886" cy="288950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2103120"/>
            <a:ext cx="1600886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진단·치료 중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수술·항암·방사선·비급여 신의료기술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 1억 + Ⅱ 7,000만: 수술 1,000만/회, 항암 3,000만/연, 로봇 1,000만…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2103120"/>
            <a:ext cx="2460879" cy="288950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103120"/>
            <a:ext cx="246087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치료 중 합병증·집중치료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중환자실, 지속적신대체요법, 부분체외순환, 저체온요법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 통합치료비: 중환자실 100만, CRRT 500만, 부분체외순환 2,000만, 인공호흡기 200만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694944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다빈도 질환 수술 시뮬레이션 (제안서 50p, 상급종합 기준 지급 합계)</a:t>
            </a:r>
            <a:endParaRPr lang="en-US" sz="1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2743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그중 암전후·양성신생물 통합치료비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 결절 (D34)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 양성종양 (D24)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자궁근종 (D25)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담석증 (K80)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772400" y="4434840"/>
            <a:ext cx="3867912" cy="1737360"/>
          </a:xfrm>
          <a:prstGeom prst="roundRect">
            <a:avLst>
              <a:gd name="adj" fmla="val 1157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01000" y="44348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"고객님, 암 진단비는 암이 「확정」돼야 나오죠. 그 전에 혹을 떼고, 조직검사를 하고, 결절을 지켜보는 과정은 누가 내나요? 이 담보는 「암이 되기 전」부터 「암 치료 중 중환자실」까지 이어 붙입니다."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42p 암전후관련 특정질환 및 양성신생물 통합치료비, 50p 다빈도 질환 수술 시뮬레이션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 지도 — 진단비는 「좁고 한 번」, 통합치료비는 「넓고 매년」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질병코드 14개 · 심장·혈관 질병코드 72개 중, 각 담보가 몇 개를 보장하나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뇌혈관 질환 — 14개 코드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I60~I62 · 생보 종신·CI·GI 기준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86200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6200" y="2587752"/>
            <a:ext cx="195943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진단비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I60~I63 · I65 · I66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3154680"/>
            <a:ext cx="391886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6/14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진단비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I60~I69 전체 · 3,000만 가입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86200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3721608"/>
            <a:ext cx="653143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뇌출혈·뇌경색·경증 뇌혈관질환 등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288536"/>
            <a:ext cx="653143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두개내손상 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86200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86200" y="4855464"/>
            <a:ext cx="65314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92040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79% 커버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886200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86200" y="5422392"/>
            <a:ext cx="718457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11/14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99632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428232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심장·혈관 질환 — 72개 코드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28232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진단비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28232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I21~I23 · 생보 종신·CI·GI 기준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37192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7192" y="2587752"/>
            <a:ext cx="38100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543032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3/72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28232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진단비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428232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I20~I25 · 협심증 포함 · 3,000만 가입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537192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7192" y="3154680"/>
            <a:ext cx="76200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543032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6/72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428232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산정특례 진단비(심장)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28232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I05~I51 · Q20~Q26 등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37192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37192" y="3721608"/>
            <a:ext cx="5715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43032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45/72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428232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428232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순환계 52개 질병군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537192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37192" y="4288536"/>
            <a:ext cx="495300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543032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39/72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28232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고혈압·판막·경막 등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537192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37192" y="4855464"/>
            <a:ext cx="406400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43032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32/72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94% 커버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9537192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37192" y="5422392"/>
            <a:ext cx="8636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543032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68/72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47p 뇌·심혈관 질병코드 지도 (색칸 = 보장 질병, 회색 = 비대상)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② 뇌경색·심근경색 — 진단비 3,000만이 아니라 「치료할 때마다 1억」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 1억: 혈전용해 2,500만 · 수술 1회당 2,000만 · 부분체외순환 2,000만 · 중환자실 2,000만 — 연 1억 한도, 매년 리셋</a:t>
            </a:r>
            <a:endParaRPr lang="en-US" sz="1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상급종합병원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수술할 때마다 (반복)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혈전용해제(tPA)만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 + 기계적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뇌동맥류 · 스텐트·코일 색전술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 · 개두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심근경색 · 혈전용해 +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협심증·심근경색 · 관상동맥 스텐트(PCI)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관상동맥 우회술 · 심장 개흉수술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120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진단금은 최초 1회 · 치료 금액은 진단금을 뺀 순수 치료보장액 (제안서 46p). 주요손상및질환 통합치료비 3,000만은 별도 한도로 추가.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12480" y="1965960"/>
            <a:ext cx="3227832" cy="2103120"/>
          </a:xfrm>
          <a:prstGeom prst="roundRect">
            <a:avLst>
              <a:gd name="adj" fmla="val 95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제안서 51p 사례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468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뇌경색: 검사 4,015 + tPA 3,500 + 혈전제거 1억 140 + 중환자실 2,104 = 1억 9,759만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급성심근경색: 진단 4,010 + 스텐트 4,240 + 중환자실 2,042 + 재활 20 = 1억 312만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4206240"/>
            <a:ext cx="3227832" cy="1965960"/>
          </a:xfrm>
          <a:prstGeom prst="roundRect">
            <a:avLst>
              <a:gd name="adj" fmla="val 102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41080" y="420624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재발 25.3%(뇌졸중, 질병관리청 2023). 두 번째 뇌경색이 와도 통합치료비는 다시 1억 한도. 생보 선지급형은 첫 번째로 끝.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37p 특정순환계질환 통합치료비, 46p 뇌혈관·심혈관 보장, 51p 사례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여성의 56년 — 만기까지 사망보장 1억 vs 만기까지 생존보장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사람, 같은 병력. 제안서 사례 금액을 시간축에 올려 봅니다 (예시).</a:t>
            </a:r>
            <a:endParaRPr lang="en-US" sz="14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 1억 (사망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The건강한 (생존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52세  폐암 진단·수술·표적항암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4억 6,155만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53세  표적항암 2년차 (연 1회 반복)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2억 750만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68세  뇌경색 · tPA + 혈전제거 · 중환자실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9,759만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75세  급성심근경색 · 스텐트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 (GI 선지급형이면 첫 GI 질병 1회 8,000만)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312만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83세  사망 (기대수명 86.6세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정기 사망담보 설계 시 지급 (책임기간 설계에 따름)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살아서 받은 돈 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9억 6,976만원 + 진단비·수술비·입원일당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보험료로 보면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514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 1억(40대) 월 30만원대 → 20년 7,200만 납입, 사망 시 1억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통합치료비 5종만: 월 82,163원 → 연 3.4억 한도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풀 설계(151개 담보): 월 669,590원, 총납입 2억 173만원 — 한 해 통합치료비 한도(3.4억)가 총납입액보다 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0" y="4480560"/>
            <a:ext cx="3227832" cy="1691640"/>
          </a:xfrm>
          <a:prstGeom prst="roundRect">
            <a:avLst>
              <a:gd name="adj" fmla="val 1189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납입면제: 암·뇌졸중·급성심근경색·말기 폐/간/신·양성뇌종양·재생불량성빈혈·당뇨합병증·80% 후유장해 시 이후 보험료 면제 (제안서 9p)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금액은 제안서 45·46·51p 사례 합산 예시, 실제 지급은 약관·심사 기준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 정리 — 「만기까지」 화법 4문장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앞에서 통합치료비를 꺼내는 순서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38912" cy="43891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언제예요?" → "…사망이요"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3911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만기가 사망이면, 살아서 아플 때 이 보험에서 나오는 돈은 0원이라는 뜻입니다. 그걸 고객 입으로 말하게 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38912" cy="438912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17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"저희는 만기가 100세이고, 그 사이 매년 한도가 새로 열려요"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99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5종 연 3억 4천만원. 검사·수술·항암·중환자실·재활, 치료받은 항목마다. 재발해도 다시.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 3개 코드 vs 뇌·심장 79개 코드"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959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증권의 뇌출혈(3/14)·급성심근경색(3/72)과 통합치료비 조합(11/14 · 68/72)을 코드 지도로 보여 주세요.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047488"/>
            <a:ext cx="438912" cy="43891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047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살아서 비용을 치르는 병입니다"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91947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폐암 사례 4억 6천 + 이듬해 2억. 5년 생존율 73.7% 시대, 죽어야 나오는 1억보다 살아서 매년 나오는 치료비가 보험입니다.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📎 고객 앞에서는 가입제안서 44p 「보장 한장요약」 → 47p 「질병코드 지도」 → 51p 「사례로 보는 치료비」 순서로 넘기세요. 이 교안의 슬라이드는 그 세 장을 설명하는 대본입니다.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증권을 가진 고객, MeAI 맞춤대화로 — 약관 조회 → 보장분석 → 설계안 → 리포트까지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1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원칙 — 사망은 정기, 생존은 통합건강, 책임은 배상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MeAI에게 설계안을 부탁할 때도 이 세 문장이 기준입니다.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 + 통합치료비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통합치료비 5종 연 3.4억 한도가 매년.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상품군: The건강한 5.10.5 보장보험 · 통합간편건강보험(유병자) · 케어프리보험 M-Basket · 운전자상해종합보험 · 치아보험 — 담보·납면 조건은 MeAI 약관 검색(전사 약관 원문)으로 확인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— 보험영업만 공부한 「AI 선배」가 24시간 옆에 있습니다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보내듯 물어보면 자사·타사 약관과 상품 자료를 근거로 답합니다. 쓴 사람의 계약이 2.8배 더 나왔습니다.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고객의 가계약 도달률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(미활용 28.6%, 3.0배)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3개 이상 쓴 FP의 가계약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196596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2199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2666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 비교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 → 36.0%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53949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대화만 구분하면 됩니다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일반대화 — 고객을 정하지 않고 묻는 창. 상품·특약 개념, 자사·타사 보장 비교, 화법, 약관 지식. 생보 상품 공부는 여기서.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1208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맞춤대화 — 고객 한 명의 보장분석 데이터를 MeAI가 함께 봄. 가입한 당사·타사·생보 계약을 옆에 두고 부족 보장 찾기 → 설계안 → 리포트.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94760"/>
            <a:ext cx="5394960" cy="2377440"/>
          </a:xfrm>
          <a:prstGeom prst="roundRect">
            <a:avLst>
              <a:gd name="adj" fmla="val 8462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켜나요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43434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🖥 PC: 영업포탈 → MeAI 대문 → [일반대화] / [맞춤대화] (10월 대문 오픈)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📱 모바일: 영업지원모바일 app → [보장분석] → 상단 [MeAI 일반대화] 또는 고객 카드의 보라색 [MeAI] 버튼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🎤 마이크로 말해도 됩니다. 대화 이력·나의 질문은 PC·모바일 동일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· TA 개인영업 채널 기준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고객 맞춤대화 5단계 — 고객 카드의 [MeAI] 버튼을 누른 뒤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익숙해지면 3분. 3단계에서 고객이 가입한 당사·타사·생보사 계약 카드를 눌러 약관까지 바로 조회합니다.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420624" cy="420624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011680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[MeAI] 버튼 (또는 대문 추천 고객 → [이 고객으로 맞춤대화 시작])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724912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862072"/>
            <a:ext cx="420624" cy="420624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79806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770632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직업·병력·가족력·신규 제안 월 보험료·메모. 메모 예) "종신보험을 저축 목적으로 가입, 보험료 부담 호소, 자녀 결혼 앞둠" — 이름·연락처 등 개인정보는 금지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483864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621024"/>
            <a:ext cx="420624" cy="420624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557016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분석할 상품 선택 → 약관 조회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5295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보장분석에 올라온 고객 계약이 회사·상품명 카드로 보임 (예: 신한생명 용감한 오렌지종신보험 · DB손보 · 메리츠). 카드를 눌러 해당 약관을 조회하고, 담보 칩(암·뇌/심장·치료비·수술비)으로 걸러 봄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242816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379976"/>
            <a:ext cx="420624" cy="420624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379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31596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내역 확인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4288536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 분석] 버튼 → 사망·후유장해·암·뇌혈관·심장 탭. 빨간 글자 = 부족. 권장 기준 대비 부족액이 담보별로 계산됨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5001768"/>
            <a:ext cx="11091672" cy="676656"/>
          </a:xfrm>
          <a:prstGeom prst="roundRect">
            <a:avLst>
              <a:gd name="adj" fmla="val 297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138928"/>
            <a:ext cx="420624" cy="420624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074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+ 꼬리질문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3931920" y="504748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준비된 부분 / 보완 필요 / 상담 핵심 포인트 / 확인 우선순위가 한 번에. 답 아래 꼬리질문 버튼으로 이어가기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48640" y="5779008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처음엔 전체 선택 그대로 "보장분석 해줘"부터. 전체 그림을 본 뒤 생보 종신 카드만 남기고 다시 물으면 답이 뾰족해집니다.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6 「맞춤대화」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약관, 이제 찾아 헤매지 않습니다 — 맞춤대화에서 누르고, 물어보고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"그거 약관에 있어요?"라고 물을 때 근거를 바로 펼쳐 보여 줄 수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 약관을 여는 두 가지 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3단계 「분석할 상품 선택」에서 고객이 가입한 당사·타사·생보사 계약 카드를 눌러 약관 조회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왼쪽 메뉴 · 모바일 ≡ 메뉴의 [약관 검색] — 상품명·특약명으로 전사 약관 원문 검색 (MeAI 답변의 근거 확인용)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MeAI의 두뇌가 나눠 답합니다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"CI 종신 중대한 뇌졸중이 뭐야?" 다섯 마디에도 일반 지식(정의) · 보상 전문가(약관상 보장 범위·면책) · 심사 전문가(고지·인수) · 영업 전문가(화법·제안 포인트)의 답이 하나로 합쳐져 옵니다. 상황을 덧붙이면 더 뾰족해집니다.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생보 증권 앞에서 이렇게 물어보세요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51460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고객의 종신보험 주계약이 선지급형인지, 최초 1회한인지 약관 기준으로 알려줘"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증권의 뇌출혈진단 특약 지급 사유와 면책을 약관 기준으로, 당사 뇌혈관질환진단비와 표로 비교해줘"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"CI 종신의 중대한 급성심근경색 요건에서 협심증 스텐트 시술이 빠지는 이유를 고객 말투로 설명해줘"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종신보험의 해지환급금 구조와 감액완납·연장정기 시 보장 변화를 정리해줘"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"단기납 종신 10년 뒤 120% 환급률을 연 수익률로 바꿔 예금 금리와 비교해줘"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고객이 종신보험을 가입한 이유를 추리해서 왜그그 3단계 질문을 만들어줘"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2·5·6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만드는 게 아니라 고르는 것 — 3종 세트와 꼬리질문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쓰고 끝내는 FP가 24.6%. 두 번째, 세 번째 질문부터 성과가 벌어집니다.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시작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그림: 잘 준비된 부분 / 보완 필요 / 상담 포인트 / 확인 우선순위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정리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"가입증권 별로 핵심만 표로 요약해줘"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단위 표. 고객에게 보여주기 좋음. +"갱신특약은 빨간 글자로, 자료에 없으면 확인필요"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2103120"/>
            <a:ext cx="884225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2103120"/>
            <a:ext cx="884225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판단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좋은 상품들과 공략법을 알려줘"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971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유지·해지·대체 판단과 이유 — 내부 검토용 (리포트에서는 제외)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694944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질문 창구 — 누르기만 하면 됩니다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846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질문. 예시를 누르면 바로 전송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4023360" y="4572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023360" y="4846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MeAI가 다음 질문 3개를 제안. 타이핑 없이 대화가 깊어짐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349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623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 → 추천 · 최신 · 나의 질문 탭 → [이 질문 사용하기]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4023360" y="5349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질문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56235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(10월) 고객찾기에서 고객을 펼치면 일반대화용·맞춤대화용 추천 질문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72400" y="4023360"/>
            <a:ext cx="3867912" cy="2148840"/>
          </a:xfrm>
          <a:prstGeom prst="roundRect">
            <a:avLst>
              <a:gd name="adj" fmla="val 936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001000" y="4160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직접 쓸 땐 두 조각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52628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「누구에게」 + 「무엇을」 (+ 형식)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"종신보험만 있는 40대 가장에게, 감액완납 후 절약분으로 보완할 담보 우선순위를, 고객에게 말하듯 구어체로"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마음에 안 들면 "더 쉽게" "표로 다시" 한 마디만.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5·8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정해졌다면 설계도 말로 — 상세설계·가계약, 그리고 요약 리포트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설계안은 상담용 초안. 최종 확정은 가입설계 시스템에서 인수심사 조건과 함께.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873959" y="1965960"/>
            <a:ext cx="8229600" cy="672084"/>
          </a:xfrm>
          <a:prstGeom prst="roundRect">
            <a:avLst>
              <a:gd name="adj" fmla="val 2176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056839" y="2075688"/>
            <a:ext cx="786384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정기 사망 60세 1억, 암·뇌혈관·허혈성 진단비 각 3천, 암 통합치료비 1억·특정순환계 통합치료비 1억을 추가한 설계안 만들어줘. 기존 종신보험은 감액완납 기준으로, 월 보험료는 28만원 안으로. 정리할 계약도 알려줘.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66060"/>
            <a:ext cx="402336" cy="40233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660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88136" y="2766060"/>
            <a:ext cx="8229600" cy="867537"/>
          </a:xfrm>
          <a:prstGeom prst="roundRect">
            <a:avLst>
              <a:gd name="adj" fmla="val 168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875788"/>
            <a:ext cx="7863840" cy="648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희망 보험료 28만원 기준으로 담보 구성안을 정리했어요. · 정기 사망 60세 1억 · 암·뇌혈관·허혈성 진단비 각 3,000만 · 암 통합치료비 1억 / 특정순환계 통합치료비 1억 · 기존 종신보험은 감액완납 권장(사망보장 일부 유지, 납입 0원), 갱신형 특약 2건은 정리 권장. 예상 월 보험료와 상세 담보표는 아래 표를 확인하세요. 가입설계 전 인수심사 조건을 확인해 주세요. (예시)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담보명 + 금액을 정확히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 통합치료비 1억"처럼. 특약명이 헷갈리면 일반대화에서 먼저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64992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547872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예산을 함께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547872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"월 28만원 안으로" — STEP 2 희망 보험료를 넣었으면 자동 반영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81344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64224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유지·정리까지 한 번에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"기존 계약 중 정리할 것도" → 유지/축소/해지/대체 관점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997696" y="4343400"/>
            <a:ext cx="2651760" cy="1143000"/>
          </a:xfrm>
          <a:prstGeom prst="roundRect">
            <a:avLst>
              <a:gd name="adj" fmla="val 17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180576" y="44531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180576" y="4782312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생성] → 답변 선택·편집 → 리포트 생성 → 알림톡 (열람 D+7). 내부 판단 답변·개인정보는 제외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다섯 가지 약속: ① 답변은 약관·증권으로 검증 후 사용 ② 개인정보 입력 금지 ③ 미검증 책임은 사용자에게 ④ 보장분석 일일 300회 한도 ⑤ 답변·화면·교육자료 외부 반출 금지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6·7·10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MeAI 일반대화에 「고객 말투로 다듬어줘」 하고 넣으세요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9903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 …사망이요. 저희는 100세 만기까지 매년 3억 4천 한도가 다시 열려요."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이번 주 안에 MeAI로 생보 고객 1명 가계약까지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강의로 끝나면 그냥 「좋았던 교육」으로 끝납니다. MeAI를 켠 고객의 85%가 가계약까지 갔습니다.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고객 1명 맞춤대화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정보 입력 → 상품 카드에서 생보 약관 열어보기 → "보장분석 해줘" 3종 세트 실행, 부족 보장 3개 메모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3회 이상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전용 질문(선지급·최초 1회한·감액완납·환급률 연 수익률)으로 이어가고, 좋았던 질문은 ⊕ 로 「나의 질문」 저장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설계안 → 가계약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"…추가한 설계안 만들어줘, 월 ○○만원 안으로" → 가입설계 시스템에서 인수심사 조건 확인 후 가계약 1건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+ 롤플레이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 내 카톡으로 먼저 받아 검증 → 고객 발송. 2인 1조 왜그그 롤플레이 5분, FP 발화 30% 이내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그 질문을 「나의 질문」으로 저장해 조회에서 공유합니다. 문화는 사례에서 나옵니다.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활용 가이드북 · 영업가족 편(세일즈혁신TF, 2026.09) · 데이터분석팀 「MeAI 사용 실태·효과 분석」(2026.08) PART 10 「첫 주 미션」</a:t>
            </a:r>
            <a:endParaRPr lang="en-US" sz="8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574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82112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449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29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41064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16966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0325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416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928616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157216"/>
            <a:ext cx="457200" cy="45720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2005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맞춤대화로 3분 준비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[MeAI] → 가입한 당사·타사·생보 계약 카드에서 약관 조회 → 「보장분석 해줘」 3종 세트 → 설계안 → 요약 리포트. 쓴 사람의 계약이 2.8배 더 나왔다.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94360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이헌수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상품(Part 3)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(무)메리츠 The건강한 5.10.5 보장보험2607(3.0) 가입제안서 — 통합치료비 특약 안내·질병코드 지도·치료비 사례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2026.9.15 발행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MeAI(Part 6)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활용 가이드북 영업가족 편 v3(세일즈혁신TF) / 데이터분석팀 「MeAI 사용 실태·효과 분석」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2026.09 / 2026.08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작성: 메리츠화재 세일즈혁신TF 이헌수 · 2026년 9월 기준 통계·규제 반영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8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 이헌수</dc:creator>
  <cp:lastModifiedBy>세일즈혁신TF 이헌수</cp:lastModifiedBy>
  <cp:revision>1</cp:revision>
  <dcterms:created xsi:type="dcterms:W3CDTF">2026-09-17T08:31:14Z</dcterms:created>
  <dcterms:modified xsi:type="dcterms:W3CDTF">2026-09-17T08:31:14Z</dcterms:modified>
</cp:coreProperties>
</file>