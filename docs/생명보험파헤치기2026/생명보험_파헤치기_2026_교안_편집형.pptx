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기존 교안이 왜 업데이트가 필요한지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 2020년 EM교안의 오프닝을 계승했습니다.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「생명보험 상품 이해하기」의 상품 트리를 2026년 기준으로 갱신. 생보 건강보험(제3보험)을 보장성 가지에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상품 어렵지 않아요」의 상품명 해부를 계승. 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「보증비용부과형 보험료 비교」의 D사·K사 사례 수치를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교안의 "STOP &amp; GO" 화법과 2023년 교안의 "입출금 통장처럼 빼서 쓴다고요? 이자 10% 현금서비스에요"를 결합했습니다.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「특별계정 투입보험료(납입보험료×85~95%)」 도식을 계승. 달러종신은 2023년 교안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 변화(1~6세대)」를 7·8세대까지 확장. 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 2023년 「단기납종신 vs 저축」 부록을 확장.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「연금전환 틀린 말은 아닙니다」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「다트 던져보셨나요?」 + 2022년 TA워크샵 CI 세부 설명을 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CI 세부(중대한 암/뇌졸중/급성심근경색) 계승. 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「통합보험 비교(생보 &amp; 손보)」 슬라이드 계승. "예시로 18가지 담보 중 하나를 보상받으면 나머지 17개 소멸".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「늑대 피하려다 호랑이 만난 격」 계승. 2022년 TA워크샵 GI 설명(뇌경색·대뇌동맥류·협심증 부지급)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「재해」 섹션 계승. 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「보험료감액/감액완납/연장정기」 계승. 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「3. 계약자, 피보험자를 확인해라」 계승. 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TA워크샵·2023년 파훼법 교안의 4분면 매트릭스 계승. 2023년 교안 「필요하다고 느낀 보험에 동그라미」 워크를 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「납입면제 비교」 계승(엠바스켓 11대 납면, 더좋은엠바 희귀난치 7대 포함).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「고객의 마음과 생각을 알고 있으면? 영업은 오픈북 테스트, 네비게이션 킨 운전이 된다」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「생명보험 MDRT의 영업 방식: 고객의 목표 설정」「고객은 종신보험을 기대하고 가입한게 아닙니다」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「종신보험 가입 당시 고객 시점: 3단계 위험」 계승. 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「실패사례: 의욕이 앞선 컨설팅」 대화 재현. 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「왜그그: 보험 상담의 기초 과정」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「왜? = 가입 시점 있었던 일을 추리」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 밖에 또? = 고객이 보험으로 기대한 점을 확실하게 파악」 + 「고객이 원했던 것, 실제 가입한 것 정리」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「그래서! = 고객이 거절해도 고객의 시야로 컨설팅 접근」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1. 설계사 관리 리스크」 계승 + 2026 통계.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2. 종신사망 무용론」 계승. 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3. 저축이 아닌 밑 빠진 독에 물붓기」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교안(10억 버스, 최초 1회한)과 EM교안(다트판)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「종신보험으로 절약한 보험료를 암·뇌·심혈관 치료와 소득상실 대비」 계승. 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「나를 위한 보장은 생명보험보다 메리츠화재」 결론 계승. 현행 판매 상품명·담보는 강의 시점 상품설명서로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「미션부여(보장분석 연계 활용): 영업포탈 시연을 통하여 직접 확인하고 활용하도록」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「POINT로 몰입시키기: 하나라도 그냥 꼭 기억시키자, 그리고 움직이게 만들자」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「미션부여」「선택과 집중 전략」 + 2020년 EM교안 「★미션★」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「지금까지 배운 내용 총 정리」 3문장 구조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마무리 「안된다 하지말고! 아니라 하지말고! 긍정적으로! 힘찬 하루 시작!」과 2023년 교안 「우리가 먼저 다가가야 합니다」를 결합한 클로징.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메리츠화재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72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2023년 교안의 이 한 줄이 2026년엔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2022년 TA워크샵의 핵심 메모를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교안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2023년 교안의 실패사례 고객이 바로 「유니버셜 달러 종신」 가입자였습니다.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— 늑대 피하려다 호랑이 만난 격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 불만을 받아 「진단코드」 기준으로 바꿨지만, 보장 범위의 뼈대는 그대로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GI(General Illness)가 개선한 것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정의 대신 질병분류코드로 지급 → 「C코드=암」이면 병세 무관 지급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뇌출혈도 진단만으로 지급 (25% 장해 요건 없음)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CI보다 지급 문턱이 낮아 민원 감소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남아 있는 것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중 가장 좁은 「뇌출혈」만, 심장질환 중 가장 좁은 「급성심근경색」만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뇌경색·협심증 진단 시 주계약 선지급 없음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최초 1회한 + 선지급 후 사망보험금 감소 + 종신 대비 비싼 보험료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범위 비교 (뇌 · 심장)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846320"/>
            <a:ext cx="10332720" cy="45720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846320"/>
            <a:ext cx="4023360" cy="45720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846320"/>
            <a:ext cx="2011680" cy="45720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(+뇌경색 I63)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 전체)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486400"/>
            <a:ext cx="10332720" cy="45720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5486400"/>
            <a:ext cx="2377440" cy="45720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486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(I21~I23)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5486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(I20~I25: 협심증 포함)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846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생보 GI/CI 주계약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5486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메리츠 진단비 특약 범위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(2020년 교안 비교, 동일 조건)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예시(손보 정기형)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2020년 EM교안 「생보 vs 손보」 특약 보험료 비교(당시 견적),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(2020년 EM교안 예시)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미션: 내일 아침 현장에서 바로 쓰는 실행 패키지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제안 프레임 — 사망은 정기, 생존은 통합건강, 책임은 배상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세 문장으로 요약되는 설계 원칙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수술비·입원·간병까지 病院 가는 순서대로.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 활용 예: 통합간편건강보험(유병자 3대질병 중심) · 케어프리보험 M-Basket(다담보 통합·간병) · 운전자상해종합보험(스쿨존 벌금 등) · 치아보험 — 정확한 담보·납면 조건은 현행 상품설명서 기준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보장분석 4단계 — 증권을 받는 순간부터 제안까지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보장분석과 연계해 「직접 확인하고 활용」하게 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수집 &amp; 가입일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연도로 세대 판별(단기납? 무저해지? 유니버셜?) · 계약자·피보험자·수익자 확인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35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358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단어를 쪼개 옵션·비용 구조 파악 (변액·유니버셜·CI/GI·달러·보증비용)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4분면 매핑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6849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사망/생존 × 나/남 4개 방에 담보를 배치 → 빈 방 찾기 (대부분 1·2번 방이 비어 있음)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09744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99262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9011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갭 제안 &amp; 유지옵션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90118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다이어트표(BEFORE/AFTER) + 해지 대신 감액·감액완납·연장정기 안내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44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체크리스트: □ 가입일  □ 계약자/피보험자/수익자  □ 주계약 유형  □ 특약 갱신 여부  □ 납입면제 조건  □ 암 분류표  □ 뇌·심 코드 범위  □ 해지환급금 표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외워서 나가는 한 줄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그만둡니다. 이 복잡한 상품, 누가 대신 만져 주죠?"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강의로 끝나면 그냥 「좋았던 교육」으로 끝납니다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것을 이번 주 안에 현장에서 한 번 쓰는 것이 이 교안의 목표입니다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1장 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생보 증권 1장을 가져와 상품명 해부 + 4분면 매핑 + 빈 방 3개 적기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왜그그 롤플레이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1조. 「왜? → 그 밖에 또? → 그래서!」 5분 롤플레이, FP 발화 30% 이내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1명의 BEFORE/AFTER 재배치표 작성 (당사 전산 견적 활용)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녹음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 중 2장을 골라 30초 녹음, 조별 공유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본부 전체에 공유합니다. 문화는 사례에서 나옵니다.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488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060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703320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474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9319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029200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00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257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이헌수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교안은 2022년 TA워크샵 「생명보험 파헤치기」, 2020년 EM교육 「생명보험 증권 만나면」, 2020년 「생보 vs 손보」, 2023년 「생보 파훼법·부록」 교안을 기반으로 2026년 통계·규제로 전면 개편했습니다.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 이헌수</dc:creator>
  <cp:lastModifiedBy>세일즈혁신TF 이헌수</cp:lastModifiedBy>
  <cp:revision>1</cp:revision>
  <dcterms:created xsi:type="dcterms:W3CDTF">2026-09-17T07:57:18Z</dcterms:created>
  <dcterms:modified xsi:type="dcterms:W3CDTF">2026-09-17T07:57:18Z</dcterms:modified>
</cp:coreProperties>
</file>