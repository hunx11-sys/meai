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xlsb" ContentType="application/vnd.ms-excel.sheet.binary.macroEnabled.12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42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  <p:sldMasterId id="2147483717" r:id="rId2"/>
  </p:sldMasterIdLst>
  <p:notesMasterIdLst>
    <p:notesMasterId r:id="rId44"/>
  </p:notesMasterIdLst>
  <p:sldIdLst>
    <p:sldId id="7270" r:id="rId50"/>
  </p:sldIdLst>
  <p:sldSz cx="9144000" cy="5143500" type="screen16x9"/>
  <p:notesSz cx="6735763" cy="9866313"/>
  <p:custDataLst>
    <p:tags r:id="rId45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orient="horz" pos="169" userDrawn="1">
          <p15:clr>
            <a:srgbClr val="A4A3A4"/>
          </p15:clr>
        </p15:guide>
        <p15:guide id="3" orient="horz" pos="259" userDrawn="1">
          <p15:clr>
            <a:srgbClr val="A4A3A4"/>
          </p15:clr>
        </p15:guide>
        <p15:guide id="4" orient="horz" pos="78" userDrawn="1">
          <p15:clr>
            <a:srgbClr val="A4A3A4"/>
          </p15:clr>
        </p15:guide>
        <p15:guide id="6" orient="horz" pos="2096" userDrawn="1">
          <p15:clr>
            <a:srgbClr val="A4A3A4"/>
          </p15:clr>
        </p15:guide>
        <p15:guide id="7" orient="horz" pos="191" userDrawn="1">
          <p15:clr>
            <a:srgbClr val="A4A3A4"/>
          </p15:clr>
        </p15:guide>
        <p15:guide id="10" pos="1587" userDrawn="1">
          <p15:clr>
            <a:srgbClr val="A4A3A4"/>
          </p15:clr>
        </p15:guide>
        <p15:guide id="11" pos="1406" userDrawn="1">
          <p15:clr>
            <a:srgbClr val="A4A3A4"/>
          </p15:clr>
        </p15:guide>
        <p15:guide id="12" pos="4059" userDrawn="1">
          <p15:clr>
            <a:srgbClr val="A4A3A4"/>
          </p15:clr>
        </p15:guide>
        <p15:guide id="13" pos="1655" userDrawn="1">
          <p15:clr>
            <a:srgbClr val="A4A3A4"/>
          </p15:clr>
        </p15:guide>
        <p15:guide id="14" pos="2857" userDrawn="1">
          <p15:clr>
            <a:srgbClr val="A4A3A4"/>
          </p15:clr>
        </p15:guide>
        <p15:guide id="15" pos="22" userDrawn="1">
          <p15:clr>
            <a:srgbClr val="A4A3A4"/>
          </p15:clr>
        </p15:guide>
        <p15:guide id="18" pos="181" userDrawn="1">
          <p15:clr>
            <a:srgbClr val="A4A3A4"/>
          </p15:clr>
        </p15:guide>
        <p15:guide id="19" pos="5624" userDrawn="1">
          <p15:clr>
            <a:srgbClr val="A4A3A4"/>
          </p15:clr>
        </p15:guide>
        <p15:guide id="21" pos="5488" userDrawn="1">
          <p15:clr>
            <a:srgbClr val="A4A3A4"/>
          </p15:clr>
        </p15:guide>
        <p15:guide id="22" orient="horz" pos="1620" userDrawn="1">
          <p15:clr>
            <a:srgbClr val="A4A3A4"/>
          </p15:clr>
        </p15:guide>
        <p15:guide id="24" orient="horz" pos="2663" userDrawn="1">
          <p15:clr>
            <a:srgbClr val="A4A3A4"/>
          </p15:clr>
        </p15:guide>
        <p15:guide id="26" orient="horz" pos="713" userDrawn="1">
          <p15:clr>
            <a:srgbClr val="A4A3A4"/>
          </p15:clr>
        </p15:guide>
        <p15:guide id="27" orient="horz" pos="1144" userDrawn="1">
          <p15:clr>
            <a:srgbClr val="A4A3A4"/>
          </p15:clr>
        </p15:guide>
        <p15:guide id="28" orient="horz" pos="316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FC000"/>
    <a:srgbClr val="9B1717"/>
    <a:srgbClr val="AEAFC3"/>
    <a:srgbClr val="FFFFCC"/>
    <a:srgbClr val="778242"/>
    <a:srgbClr val="CECED9"/>
    <a:srgbClr val="EFEEEC"/>
    <a:srgbClr val="FBE9E9"/>
    <a:srgbClr val="443A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23" autoAdjust="0"/>
    <p:restoredTop sz="95602" autoAdjust="0"/>
  </p:normalViewPr>
  <p:slideViewPr>
    <p:cSldViewPr snapToObjects="1" showGuides="1">
      <p:cViewPr varScale="1">
        <p:scale>
          <a:sx n="146" d="100"/>
          <a:sy n="146" d="100"/>
        </p:scale>
        <p:origin x="192" y="120"/>
      </p:cViewPr>
      <p:guideLst>
        <p:guide orient="horz"/>
        <p:guide orient="horz" pos="169"/>
        <p:guide orient="horz" pos="259"/>
        <p:guide orient="horz" pos="78"/>
        <p:guide orient="horz" pos="2096"/>
        <p:guide orient="horz" pos="191"/>
        <p:guide pos="1587"/>
        <p:guide pos="1406"/>
        <p:guide pos="4059"/>
        <p:guide pos="1655"/>
        <p:guide pos="2857"/>
        <p:guide pos="22"/>
        <p:guide pos="181"/>
        <p:guide pos="5624"/>
        <p:guide pos="5488"/>
        <p:guide orient="horz" pos="1620"/>
        <p:guide orient="horz" pos="2663"/>
        <p:guide orient="horz" pos="713"/>
        <p:guide orient="horz" pos="1144"/>
        <p:guide orient="horz" pos="3162"/>
      </p:guideLst>
    </p:cSldViewPr>
  </p:slideViewPr>
  <p:outlineViewPr>
    <p:cViewPr>
      <p:scale>
        <a:sx n="20" d="100"/>
        <a:sy n="2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Objects="1" showGuides="1">
      <p:cViewPr varScale="1">
        <p:scale>
          <a:sx n="83" d="100"/>
          <a:sy n="83" d="100"/>
        </p:scale>
        <p:origin x="-1638" y="-78"/>
      </p:cViewPr>
      <p:guideLst>
        <p:guide orient="horz" pos="3108"/>
        <p:guide pos="2122"/>
      </p:guideLst>
    </p:cSldViewPr>
  </p:notesViewPr>
  <p:gridSpacing cx="36004" cy="36004"/>
</p:viewPr>
</file>

<file path=ppt/_rels/presentation.xml.rels><?xml version="1.0" encoding="utf-8"?><Relationships xmlns="http://schemas.openxmlformats.org/package/2006/relationships"><Relationship Id="rId4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45" Type="http://schemas.openxmlformats.org/officeDocument/2006/relationships/tags" Target="tags/tag1.xml"/><Relationship Id="rId49" Type="http://schemas.openxmlformats.org/officeDocument/2006/relationships/tableStyles" Target="tableStyles.xml"/><Relationship Id="rId44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46" Type="http://schemas.openxmlformats.org/officeDocument/2006/relationships/presProps" Target="presProps.xml"/><Relationship Id="rId1" Type="http://schemas.openxmlformats.org/officeDocument/2006/relationships/slideMaster" Target="slideMasters/slideMaster1.xml"/>  <Relationship Id="rId50" Type="http://schemas.openxmlformats.org/officeDocument/2006/relationships/slide" Target="slides/slide42.xml"/>
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18831" cy="493316"/>
          </a:xfrm>
          <a:prstGeom prst="rect">
            <a:avLst/>
          </a:prstGeom>
        </p:spPr>
        <p:txBody>
          <a:bodyPr vert="horz" lIns="90756" tIns="45377" rIns="90756" bIns="4537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5375" y="0"/>
            <a:ext cx="2918831" cy="493316"/>
          </a:xfrm>
          <a:prstGeom prst="rect">
            <a:avLst/>
          </a:prstGeom>
        </p:spPr>
        <p:txBody>
          <a:bodyPr vert="horz" lIns="90756" tIns="45377" rIns="90756" bIns="45377" rtlCol="0"/>
          <a:lstStyle>
            <a:lvl1pPr algn="r">
              <a:defRPr sz="1200"/>
            </a:lvl1pPr>
          </a:lstStyle>
          <a:p>
            <a:fld id="{7CC397B6-49B3-423E-AFF4-3B89BA7A12DB}" type="datetimeFigureOut">
              <a:rPr lang="ko-KR" altLang="en-US" smtClean="0"/>
              <a:pPr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56" tIns="45377" rIns="90756" bIns="4537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3577" y="4686500"/>
            <a:ext cx="5388610" cy="4439841"/>
          </a:xfrm>
          <a:prstGeom prst="rect">
            <a:avLst/>
          </a:prstGeom>
        </p:spPr>
        <p:txBody>
          <a:bodyPr vert="horz" lIns="90756" tIns="45377" rIns="90756" bIns="4537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1285"/>
            <a:ext cx="2918831" cy="493316"/>
          </a:xfrm>
          <a:prstGeom prst="rect">
            <a:avLst/>
          </a:prstGeom>
        </p:spPr>
        <p:txBody>
          <a:bodyPr vert="horz" lIns="90756" tIns="45377" rIns="90756" bIns="4537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5375" y="9371285"/>
            <a:ext cx="2918831" cy="493316"/>
          </a:xfrm>
          <a:prstGeom prst="rect">
            <a:avLst/>
          </a:prstGeom>
        </p:spPr>
        <p:txBody>
          <a:bodyPr vert="horz" lIns="90756" tIns="45377" rIns="90756" bIns="45377" rtlCol="0" anchor="b"/>
          <a:lstStyle>
            <a:lvl1pPr algn="r">
              <a:defRPr sz="1200"/>
            </a:lvl1pPr>
          </a:lstStyle>
          <a:p>
            <a:fld id="{CDA5F09D-C347-43F5-A420-20947A82FB8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6480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.xml.rels><?xml version="1.0" encoding="UTF-8" standalone="yes"?>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o-KR" altLang="en-US" dirty="0"/>
              <a:t>다른 회사들이 임직원을 위한 AI 개발에 집중할 때, 메리츠는 영업가족을 위한 AI를 개발했습니다. 현장에서 고객을 만나는 여러분을 위한 AI, 그것이 MeAI입니다.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4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9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8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36301526"/>
              </p:ext>
            </p:extLst>
          </p:nvPr>
        </p:nvGraphicFramePr>
        <p:xfrm>
          <a:off x="1474" y="1194"/>
          <a:ext cx="1465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804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0" name="Picture 27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" y="1194"/>
                        <a:ext cx="1465" cy="1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247653" y="2490741"/>
            <a:ext cx="8642349" cy="553998"/>
          </a:xfrm>
        </p:spPr>
        <p:txBody>
          <a:bodyPr>
            <a:spAutoFit/>
          </a:bodyPr>
          <a:lstStyle>
            <a:lvl1pPr>
              <a:defRPr sz="3600" baseline="0"/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50829" y="3246828"/>
            <a:ext cx="8642349" cy="276999"/>
          </a:xfrm>
        </p:spPr>
        <p:txBody>
          <a:bodyPr lIns="0" tIns="0" rIns="0" bIns="0">
            <a:spAutoFit/>
          </a:bodyPr>
          <a:lstStyle>
            <a:lvl1pPr marL="0" indent="0" algn="l" latinLnBrk="0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err="1"/>
              <a:t>필요시</a:t>
            </a:r>
            <a:r>
              <a:rPr lang="ko-KR" altLang="en-US" dirty="0"/>
              <a:t> 부제목을 입력하세요</a:t>
            </a:r>
          </a:p>
        </p:txBody>
      </p:sp>
      <p:sp>
        <p:nvSpPr>
          <p:cNvPr id="11" name="그림 개체 틀 10"/>
          <p:cNvSpPr>
            <a:spLocks noGrp="1"/>
          </p:cNvSpPr>
          <p:nvPr>
            <p:ph type="pic" sz="quarter" idx="13"/>
          </p:nvPr>
        </p:nvSpPr>
        <p:spPr>
          <a:xfrm>
            <a:off x="0" y="2"/>
            <a:ext cx="9144000" cy="2409824"/>
          </a:xfrm>
        </p:spPr>
        <p:txBody>
          <a:bodyPr/>
          <a:lstStyle>
            <a:lvl1pPr>
              <a:defRPr baseline="0"/>
            </a:lvl1pPr>
          </a:lstStyle>
          <a:p>
            <a:endParaRPr lang="ko-KR" altLang="en-US" dirty="0"/>
          </a:p>
        </p:txBody>
      </p:sp>
      <p:sp>
        <p:nvSpPr>
          <p:cNvPr id="14" name="텍스트 개체 틀 13"/>
          <p:cNvSpPr>
            <a:spLocks noGrp="1"/>
          </p:cNvSpPr>
          <p:nvPr>
            <p:ph type="body" sz="quarter" idx="14" hasCustomPrompt="1"/>
          </p:nvPr>
        </p:nvSpPr>
        <p:spPr>
          <a:xfrm>
            <a:off x="246609" y="3570687"/>
            <a:ext cx="8645525" cy="246221"/>
          </a:xfrm>
        </p:spPr>
        <p:txBody>
          <a:bodyPr lIns="0" tIns="0" rIns="0" bIns="0">
            <a:spAutoFit/>
          </a:bodyPr>
          <a:lstStyle>
            <a:lvl1pPr marL="0" indent="0" latinLnBrk="0">
              <a:buFontTx/>
              <a:buNone/>
              <a:defRPr sz="1600" baseline="0"/>
            </a:lvl1pPr>
          </a:lstStyle>
          <a:p>
            <a:pPr lvl="0"/>
            <a:r>
              <a:rPr lang="ko-KR" altLang="en-US" dirty="0"/>
              <a:t>작성자 또는 작성 조직</a:t>
            </a:r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5" hasCustomPrompt="1"/>
          </p:nvPr>
        </p:nvSpPr>
        <p:spPr>
          <a:xfrm>
            <a:off x="250830" y="3899255"/>
            <a:ext cx="8642351" cy="246221"/>
          </a:xfrm>
        </p:spPr>
        <p:txBody>
          <a:bodyPr lIns="0" tIns="0" rIns="0" bIns="0">
            <a:spAutoFit/>
          </a:bodyPr>
          <a:lstStyle>
            <a:lvl1pPr marL="0" indent="0" latinLnBrk="0">
              <a:buFontTx/>
              <a:buNone/>
              <a:defRPr sz="1600" baseline="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dirty="0"/>
              <a:t>작성일자</a:t>
            </a:r>
          </a:p>
        </p:txBody>
      </p:sp>
    </p:spTree>
    <p:extLst>
      <p:ext uri="{BB962C8B-B14F-4D97-AF65-F5344CB8AC3E}">
        <p14:creationId xmlns:p14="http://schemas.microsoft.com/office/powerpoint/2010/main" val="683990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90728829"/>
              </p:ext>
            </p:extLst>
          </p:nvPr>
        </p:nvGraphicFramePr>
        <p:xfrm>
          <a:off x="1283" y="1194"/>
          <a:ext cx="128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0784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0" name="Picture 27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3" y="1194"/>
                        <a:ext cx="1280" cy="1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altLang="ko-KR" dirty="0"/>
              <a:t>Main Message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0826" y="1464469"/>
            <a:ext cx="8821739" cy="3375423"/>
          </a:xfrm>
        </p:spPr>
        <p:txBody>
          <a:bodyPr>
            <a:normAutofit/>
          </a:bodyPr>
          <a:lstStyle>
            <a:lvl1pPr>
              <a:defRPr sz="1800" baseline="0"/>
            </a:lvl1pPr>
            <a:lvl2pPr>
              <a:defRPr sz="1800" baseline="0"/>
            </a:lvl2pPr>
            <a:lvl3pPr>
              <a:defRPr sz="1800" baseline="0"/>
            </a:lvl3pPr>
            <a:lvl4pPr>
              <a:defRPr sz="1800" baseline="0"/>
            </a:lvl4pPr>
            <a:lvl5pPr>
              <a:defRPr sz="1800" baseline="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3" hasCustomPrompt="1"/>
          </p:nvPr>
        </p:nvSpPr>
        <p:spPr>
          <a:xfrm>
            <a:off x="250830" y="1087044"/>
            <a:ext cx="8642351" cy="377428"/>
          </a:xfrm>
        </p:spPr>
        <p:txBody>
          <a:bodyPr lIns="0" tIns="0" rIns="0" bIns="0">
            <a:noAutofit/>
          </a:bodyPr>
          <a:lstStyle>
            <a:lvl1pPr marL="0" indent="0" latinLnBrk="0">
              <a:spcBef>
                <a:spcPts val="0"/>
              </a:spcBef>
              <a:buFontTx/>
              <a:buNone/>
              <a:defRPr sz="1800" b="1" baseline="0"/>
            </a:lvl1pPr>
            <a:lvl2pPr marL="0" indent="0" latinLnBrk="0">
              <a:spcBef>
                <a:spcPts val="0"/>
              </a:spcBef>
              <a:buFontTx/>
              <a:buNone/>
              <a:defRPr sz="1000" baseline="0">
                <a:solidFill>
                  <a:schemeClr val="bg1">
                    <a:lumMod val="65000"/>
                  </a:schemeClr>
                </a:solidFill>
              </a:defRPr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 altLang="ko-KR" dirty="0"/>
              <a:t>Sub Message</a:t>
            </a:r>
            <a:endParaRPr lang="ko-KR" altLang="en-US" dirty="0"/>
          </a:p>
          <a:p>
            <a:pPr lvl="1"/>
            <a:r>
              <a:rPr lang="en-US" altLang="ko-KR" dirty="0"/>
              <a:t>%, </a:t>
            </a:r>
            <a:r>
              <a:rPr lang="ko-KR" altLang="en-US" dirty="0"/>
              <a:t>억</a:t>
            </a:r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4" hasCustomPrompt="1"/>
          </p:nvPr>
        </p:nvSpPr>
        <p:spPr>
          <a:xfrm>
            <a:off x="250830" y="4867005"/>
            <a:ext cx="7129487" cy="248841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Font typeface="+mj-lt"/>
              <a:buNone/>
              <a:defRPr sz="900" baseline="0"/>
            </a:lvl1pPr>
            <a:lvl2pPr marL="971550" indent="-514350">
              <a:buFont typeface="+mj-lt"/>
              <a:buAutoNum type="arabicPeriod"/>
              <a:defRPr sz="900"/>
            </a:lvl2pPr>
            <a:lvl3pPr marL="1371600" indent="-457200">
              <a:buFont typeface="+mj-lt"/>
              <a:buAutoNum type="arabicPeriod"/>
              <a:defRPr sz="900"/>
            </a:lvl3pPr>
            <a:lvl4pPr marL="1828800" indent="-457200">
              <a:buFont typeface="+mj-lt"/>
              <a:buAutoNum type="arabicPeriod"/>
              <a:defRPr sz="900"/>
            </a:lvl4pPr>
            <a:lvl5pPr marL="2286000" indent="-457200">
              <a:buFont typeface="+mj-lt"/>
              <a:buAutoNum type="arabicPeriod"/>
              <a:defRPr sz="900"/>
            </a:lvl5pPr>
          </a:lstStyle>
          <a:p>
            <a:pPr lvl="0"/>
            <a:r>
              <a:rPr lang="en-US" altLang="ko-KR" dirty="0"/>
              <a:t>Source :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3093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Mess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개체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34894378"/>
              </p:ext>
            </p:extLst>
          </p:nvPr>
        </p:nvGraphicFramePr>
        <p:xfrm>
          <a:off x="1590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53515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Picture 10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" y="1192"/>
                        <a:ext cx="1587" cy="1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431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of Docu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424" y="2267712"/>
            <a:ext cx="4645152" cy="60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7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401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0005212"/>
              </p:ext>
            </p:extLst>
          </p:nvPr>
        </p:nvGraphicFramePr>
        <p:xfrm>
          <a:off x="1474" y="1194"/>
          <a:ext cx="1465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3849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0" name="Picture 6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" y="1194"/>
                        <a:ext cx="1465" cy="1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247653" y="2490741"/>
            <a:ext cx="8642349" cy="553998"/>
          </a:xfrm>
        </p:spPr>
        <p:txBody>
          <a:bodyPr>
            <a:spAutoFit/>
          </a:bodyPr>
          <a:lstStyle>
            <a:lvl1pPr>
              <a:defRPr sz="3600" baseline="0"/>
            </a:lvl1pPr>
          </a:lstStyle>
          <a:p>
            <a:r>
              <a:rPr lang="ko-KR" altLang="en-US" dirty="0"/>
              <a:t>제목을 입력하세요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250829" y="3246828"/>
            <a:ext cx="8642349" cy="276999"/>
          </a:xfrm>
        </p:spPr>
        <p:txBody>
          <a:bodyPr lIns="0" tIns="0" rIns="0" bIns="0">
            <a:spAutoFit/>
          </a:bodyPr>
          <a:lstStyle>
            <a:lvl1pPr marL="0" indent="0" algn="l" latinLnBrk="0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err="1"/>
              <a:t>필요시</a:t>
            </a:r>
            <a:r>
              <a:rPr lang="ko-KR" altLang="en-US" dirty="0"/>
              <a:t> 부제목을 입력하세요</a:t>
            </a:r>
          </a:p>
        </p:txBody>
      </p:sp>
      <p:sp>
        <p:nvSpPr>
          <p:cNvPr id="11" name="그림 개체 틀 10"/>
          <p:cNvSpPr>
            <a:spLocks noGrp="1"/>
          </p:cNvSpPr>
          <p:nvPr>
            <p:ph type="pic" sz="quarter" idx="13"/>
          </p:nvPr>
        </p:nvSpPr>
        <p:spPr>
          <a:xfrm>
            <a:off x="0" y="2"/>
            <a:ext cx="9144000" cy="2409824"/>
          </a:xfrm>
        </p:spPr>
        <p:txBody>
          <a:bodyPr/>
          <a:lstStyle>
            <a:lvl1pPr>
              <a:defRPr baseline="0"/>
            </a:lvl1pPr>
          </a:lstStyle>
          <a:p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825" y="4407694"/>
            <a:ext cx="2438400" cy="288292"/>
          </a:xfrm>
          <a:prstGeom prst="rect">
            <a:avLst/>
          </a:prstGeom>
        </p:spPr>
      </p:pic>
      <p:sp>
        <p:nvSpPr>
          <p:cNvPr id="14" name="텍스트 개체 틀 13"/>
          <p:cNvSpPr>
            <a:spLocks noGrp="1"/>
          </p:cNvSpPr>
          <p:nvPr>
            <p:ph type="body" sz="quarter" idx="14" hasCustomPrompt="1"/>
          </p:nvPr>
        </p:nvSpPr>
        <p:spPr>
          <a:xfrm>
            <a:off x="246609" y="3570687"/>
            <a:ext cx="8645525" cy="246221"/>
          </a:xfrm>
        </p:spPr>
        <p:txBody>
          <a:bodyPr lIns="0" tIns="0" rIns="0" bIns="0">
            <a:spAutoFit/>
          </a:bodyPr>
          <a:lstStyle>
            <a:lvl1pPr marL="0" indent="0" latinLnBrk="0">
              <a:buFontTx/>
              <a:buNone/>
              <a:defRPr sz="1600" baseline="0"/>
            </a:lvl1pPr>
          </a:lstStyle>
          <a:p>
            <a:pPr lvl="0"/>
            <a:r>
              <a:rPr lang="ko-KR" altLang="en-US" dirty="0"/>
              <a:t>작성자 또는 작성 조직</a:t>
            </a:r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5" hasCustomPrompt="1"/>
          </p:nvPr>
        </p:nvSpPr>
        <p:spPr>
          <a:xfrm>
            <a:off x="250830" y="3899255"/>
            <a:ext cx="8642351" cy="246221"/>
          </a:xfrm>
        </p:spPr>
        <p:txBody>
          <a:bodyPr lIns="0" tIns="0" rIns="0" bIns="0">
            <a:spAutoFit/>
          </a:bodyPr>
          <a:lstStyle>
            <a:lvl1pPr marL="0" indent="0" latinLnBrk="0">
              <a:buFontTx/>
              <a:buNone/>
              <a:defRPr sz="1600" baseline="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 dirty="0"/>
              <a:t>작성일자</a:t>
            </a:r>
          </a:p>
        </p:txBody>
      </p:sp>
    </p:spTree>
    <p:extLst>
      <p:ext uri="{BB962C8B-B14F-4D97-AF65-F5344CB8AC3E}">
        <p14:creationId xmlns:p14="http://schemas.microsoft.com/office/powerpoint/2010/main" val="470218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808591785"/>
              </p:ext>
            </p:extLst>
          </p:nvPr>
        </p:nvGraphicFramePr>
        <p:xfrm>
          <a:off x="1283" y="1194"/>
          <a:ext cx="1280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4871"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0" name="Picture 6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3" y="1194"/>
                        <a:ext cx="1280" cy="1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altLang="ko-KR" dirty="0"/>
              <a:t>Main Message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0826" y="1464469"/>
            <a:ext cx="8821739" cy="3375423"/>
          </a:xfrm>
        </p:spPr>
        <p:txBody>
          <a:bodyPr>
            <a:normAutofit/>
          </a:bodyPr>
          <a:lstStyle>
            <a:lvl1pPr>
              <a:defRPr sz="1800" baseline="0"/>
            </a:lvl1pPr>
            <a:lvl2pPr>
              <a:defRPr sz="1800" baseline="0"/>
            </a:lvl2pPr>
            <a:lvl3pPr>
              <a:defRPr sz="1800" baseline="0"/>
            </a:lvl3pPr>
            <a:lvl4pPr>
              <a:defRPr sz="1800" baseline="0"/>
            </a:lvl4pPr>
            <a:lvl5pPr>
              <a:defRPr sz="1800" baseline="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3" hasCustomPrompt="1"/>
          </p:nvPr>
        </p:nvSpPr>
        <p:spPr>
          <a:xfrm>
            <a:off x="250830" y="1087044"/>
            <a:ext cx="8642351" cy="377428"/>
          </a:xfrm>
        </p:spPr>
        <p:txBody>
          <a:bodyPr lIns="0" tIns="0" rIns="0" bIns="0">
            <a:noAutofit/>
          </a:bodyPr>
          <a:lstStyle>
            <a:lvl1pPr marL="0" indent="0" latinLnBrk="0">
              <a:spcBef>
                <a:spcPts val="0"/>
              </a:spcBef>
              <a:buFontTx/>
              <a:buNone/>
              <a:defRPr sz="1800" b="1" baseline="0"/>
            </a:lvl1pPr>
            <a:lvl2pPr marL="0" indent="0" latinLnBrk="0">
              <a:spcBef>
                <a:spcPts val="0"/>
              </a:spcBef>
              <a:buFontTx/>
              <a:buNone/>
              <a:defRPr sz="1000" baseline="0">
                <a:solidFill>
                  <a:schemeClr val="bg1">
                    <a:lumMod val="65000"/>
                  </a:schemeClr>
                </a:solidFill>
              </a:defRPr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en-US" altLang="ko-KR" dirty="0"/>
              <a:t>Sub Message</a:t>
            </a:r>
            <a:endParaRPr lang="ko-KR" altLang="en-US" dirty="0"/>
          </a:p>
          <a:p>
            <a:pPr lvl="1"/>
            <a:r>
              <a:rPr lang="en-US" altLang="ko-KR" dirty="0"/>
              <a:t>%, </a:t>
            </a:r>
            <a:r>
              <a:rPr lang="ko-KR" altLang="en-US" dirty="0"/>
              <a:t>억</a:t>
            </a:r>
          </a:p>
        </p:txBody>
      </p:sp>
      <p:sp>
        <p:nvSpPr>
          <p:cNvPr id="13" name="텍스트 개체 틀 12"/>
          <p:cNvSpPr>
            <a:spLocks noGrp="1"/>
          </p:cNvSpPr>
          <p:nvPr>
            <p:ph type="body" sz="quarter" idx="14" hasCustomPrompt="1"/>
          </p:nvPr>
        </p:nvSpPr>
        <p:spPr>
          <a:xfrm>
            <a:off x="250830" y="4867005"/>
            <a:ext cx="7129487" cy="248841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Font typeface="+mj-lt"/>
              <a:buNone/>
              <a:defRPr sz="900" baseline="0"/>
            </a:lvl1pPr>
            <a:lvl2pPr marL="971550" indent="-514350">
              <a:buFont typeface="+mj-lt"/>
              <a:buAutoNum type="arabicPeriod"/>
              <a:defRPr sz="900"/>
            </a:lvl2pPr>
            <a:lvl3pPr marL="1371600" indent="-457200">
              <a:buFont typeface="+mj-lt"/>
              <a:buAutoNum type="arabicPeriod"/>
              <a:defRPr sz="900"/>
            </a:lvl3pPr>
            <a:lvl4pPr marL="1828800" indent="-457200">
              <a:buFont typeface="+mj-lt"/>
              <a:buAutoNum type="arabicPeriod"/>
              <a:defRPr sz="900"/>
            </a:lvl4pPr>
            <a:lvl5pPr marL="2286000" indent="-457200">
              <a:buFont typeface="+mj-lt"/>
              <a:buAutoNum type="arabicPeriod"/>
              <a:defRPr sz="900"/>
            </a:lvl5pPr>
          </a:lstStyle>
          <a:p>
            <a:pPr lvl="0"/>
            <a:r>
              <a:rPr lang="en-US" altLang="ko-KR" dirty="0"/>
              <a:t>Source : 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5935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Mess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개체 2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17093631"/>
              </p:ext>
            </p:extLst>
          </p:nvPr>
        </p:nvGraphicFramePr>
        <p:xfrm>
          <a:off x="1590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90092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0" name="Picture 6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0" y="1192"/>
                        <a:ext cx="1587" cy="1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9153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of Docu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424" y="2267712"/>
            <a:ext cx="4645152" cy="700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948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slideLayout" Target="../slideLayouts/slideLayout8.xml"/><Relationship Id="rId7" Type="http://schemas.openxmlformats.org/officeDocument/2006/relationships/tags" Target="../tags/tag6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vmlDrawing" Target="../drawings/vmlDrawing5.v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/>
          <p:cNvGraphicFramePr>
            <a:graphicFrameLocks noChangeAspect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078138024"/>
              </p:ext>
            </p:extLst>
          </p:nvPr>
        </p:nvGraphicFramePr>
        <p:xfrm>
          <a:off x="1474" y="1194"/>
          <a:ext cx="1465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22658" name="think-cell Slide" r:id="rId9" imgW="360" imgH="360" progId="TCLayout.ActiveDocument.1">
                  <p:embed/>
                </p:oleObj>
              </mc:Choice>
              <mc:Fallback>
                <p:oleObj name="think-cell Slide" r:id="rId9" imgW="360" imgH="360" progId="TCLayout.ActiveDocument.1">
                  <p:embed/>
                  <p:pic>
                    <p:nvPicPr>
                      <p:cNvPr id="0" name="Picture 29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" y="1194"/>
                        <a:ext cx="1465" cy="1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250830" y="87680"/>
            <a:ext cx="8642351" cy="32383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ko-KR" dirty="0"/>
              <a:t>Main Message – </a:t>
            </a:r>
            <a:r>
              <a:rPr lang="ko-KR" altLang="en-US" dirty="0"/>
              <a:t>최대한 </a:t>
            </a:r>
            <a:r>
              <a:rPr lang="en-US" altLang="ko-KR" dirty="0"/>
              <a:t>2</a:t>
            </a:r>
            <a:r>
              <a:rPr lang="ko-KR" altLang="en-US" dirty="0"/>
              <a:t>줄을 넘기지 않습니다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50829" y="1221584"/>
            <a:ext cx="8642349" cy="3671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99312" y="5005251"/>
            <a:ext cx="265176" cy="70947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fld id="{6CE8C368-3382-4C28-AE75-DF7C05ACA19D}" type="slidenum">
              <a:rPr lang="en-US"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ctr"/>
              <a:t>‹#›</a:t>
            </a:fld>
            <a:endParaRPr lang="en-US" sz="14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66780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5" r:id="rId3"/>
    <p:sldLayoutId id="2147483666" r:id="rId4"/>
    <p:sldLayoutId id="2147483727" r:id="rId5"/>
  </p:sldLayoutIdLst>
  <p:hf hdr="0" ftr="0" dt="0"/>
  <p:txStyles>
    <p:titleStyle>
      <a:lvl1pPr algn="l" defTabSz="914400" rtl="0" eaLnBrk="0" latinLnBrk="0" hangingPunct="0">
        <a:spcBef>
          <a:spcPts val="600"/>
        </a:spcBef>
        <a:buNone/>
        <a:defRPr sz="2800" b="1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Arial" pitchFamily="34" charset="0"/>
        </a:defRPr>
      </a:lvl1pPr>
    </p:titleStyle>
    <p:bodyStyle>
      <a:lvl1pPr marL="273050" indent="-273050" algn="l" defTabSz="914400" rtl="0" eaLnBrk="0" latinLnBrk="0" hangingPunct="0">
        <a:spcBef>
          <a:spcPts val="600"/>
        </a:spcBef>
        <a:buClr>
          <a:srgbClr val="9B1717"/>
        </a:buClr>
        <a:buSzPct val="100000"/>
        <a:buFont typeface="Wingdings" pitchFamily="2" charset="2"/>
        <a:buChar char="§"/>
        <a:defRPr sz="1800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1pPr>
      <a:lvl2pPr marL="742950" indent="-285750" algn="l" defTabSz="914400" rtl="0" eaLnBrk="0" latinLnBrk="0" hangingPunct="0">
        <a:spcBef>
          <a:spcPts val="600"/>
        </a:spcBef>
        <a:buFont typeface="Arial" pitchFamily="34" charset="0"/>
        <a:buChar char="–"/>
        <a:defRPr sz="1800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2pPr>
      <a:lvl3pPr marL="1143000" indent="-228600" algn="l" defTabSz="914400" rtl="0" eaLnBrk="0" latinLnBrk="0" hangingPunct="0">
        <a:spcBef>
          <a:spcPts val="6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3pPr>
      <a:lvl4pPr marL="1600200" indent="-228600" algn="l" defTabSz="914400" rtl="0" eaLnBrk="0" latinLnBrk="0" hangingPunct="0">
        <a:spcBef>
          <a:spcPts val="600"/>
        </a:spcBef>
        <a:buFont typeface="Arial" pitchFamily="34" charset="0"/>
        <a:buChar char="–"/>
        <a:defRPr sz="1800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4pPr>
      <a:lvl5pPr marL="2057400" indent="-228600" algn="l" defTabSz="914400" rtl="0" eaLnBrk="0" latinLnBrk="0" hangingPunct="0">
        <a:spcBef>
          <a:spcPts val="600"/>
        </a:spcBef>
        <a:buFont typeface="Arial" pitchFamily="34" charset="0"/>
        <a:buChar char="»"/>
        <a:defRPr sz="1800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개체 6" hidden="1"/>
          <p:cNvGraphicFramePr>
            <a:graphicFrameLocks noChangeAspect="1"/>
          </p:cNvGraphicFramePr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1009213783"/>
              </p:ext>
            </p:extLst>
          </p:nvPr>
        </p:nvGraphicFramePr>
        <p:xfrm>
          <a:off x="1474" y="1194"/>
          <a:ext cx="1465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7672" name="think-cell Slide" r:id="rId8" imgW="360" imgH="360" progId="TCLayout.ActiveDocument.1">
                  <p:embed/>
                </p:oleObj>
              </mc:Choice>
              <mc:Fallback>
                <p:oleObj name="think-cell Slide" r:id="rId8" imgW="360" imgH="360" progId="TCLayout.ActiveDocument.1">
                  <p:embed/>
                  <p:pic>
                    <p:nvPicPr>
                      <p:cNvPr id="0" name="Picture 8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" y="1194"/>
                        <a:ext cx="1465" cy="1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250830" y="87680"/>
            <a:ext cx="8642351" cy="32383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altLang="ko-KR" dirty="0"/>
              <a:t>Main Message – </a:t>
            </a:r>
            <a:r>
              <a:rPr lang="ko-KR" altLang="en-US" dirty="0"/>
              <a:t>최대한 </a:t>
            </a:r>
            <a:r>
              <a:rPr lang="en-US" altLang="ko-KR" dirty="0"/>
              <a:t>2</a:t>
            </a:r>
            <a:r>
              <a:rPr lang="ko-KR" altLang="en-US" dirty="0"/>
              <a:t>줄을 넘기지 않습니다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50829" y="1221584"/>
            <a:ext cx="8642349" cy="36718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748871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</p:sldLayoutIdLst>
  <p:hf hdr="0" ftr="0" dt="0"/>
  <p:txStyles>
    <p:titleStyle>
      <a:lvl1pPr algn="l" defTabSz="914400" rtl="0" eaLnBrk="0" latinLnBrk="0" hangingPunct="0">
        <a:spcBef>
          <a:spcPts val="600"/>
        </a:spcBef>
        <a:buNone/>
        <a:defRPr sz="2800" b="1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Arial" pitchFamily="34" charset="0"/>
        </a:defRPr>
      </a:lvl1pPr>
    </p:titleStyle>
    <p:bodyStyle>
      <a:lvl1pPr marL="273050" indent="-273050" algn="l" defTabSz="914400" rtl="0" eaLnBrk="0" latinLnBrk="0" hangingPunct="0">
        <a:spcBef>
          <a:spcPts val="600"/>
        </a:spcBef>
        <a:buClr>
          <a:srgbClr val="9B1717"/>
        </a:buClr>
        <a:buSzPct val="100000"/>
        <a:buFont typeface="Wingdings" pitchFamily="2" charset="2"/>
        <a:buChar char="§"/>
        <a:defRPr sz="1800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1pPr>
      <a:lvl2pPr marL="742950" indent="-285750" algn="l" defTabSz="914400" rtl="0" eaLnBrk="0" latinLnBrk="0" hangingPunct="0">
        <a:spcBef>
          <a:spcPts val="600"/>
        </a:spcBef>
        <a:buFont typeface="Arial" pitchFamily="34" charset="0"/>
        <a:buChar char="–"/>
        <a:defRPr sz="1800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2pPr>
      <a:lvl3pPr marL="1143000" indent="-228600" algn="l" defTabSz="914400" rtl="0" eaLnBrk="0" latinLnBrk="0" hangingPunct="0">
        <a:spcBef>
          <a:spcPts val="6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3pPr>
      <a:lvl4pPr marL="1600200" indent="-228600" algn="l" defTabSz="914400" rtl="0" eaLnBrk="0" latinLnBrk="0" hangingPunct="0">
        <a:spcBef>
          <a:spcPts val="600"/>
        </a:spcBef>
        <a:buFont typeface="Arial" pitchFamily="34" charset="0"/>
        <a:buChar char="–"/>
        <a:defRPr sz="1800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4pPr>
      <a:lvl5pPr marL="2057400" indent="-228600" algn="l" defTabSz="914400" rtl="0" eaLnBrk="0" latinLnBrk="0" hangingPunct="0">
        <a:spcBef>
          <a:spcPts val="600"/>
        </a:spcBef>
        <a:buFont typeface="Arial" pitchFamily="34" charset="0"/>
        <a:buChar char="»"/>
        <a:defRPr sz="1800" kern="1200" baseline="0">
          <a:solidFill>
            <a:schemeClr val="tx1"/>
          </a:solidFill>
          <a:latin typeface="Arial" pitchFamily="34" charset="0"/>
          <a:ea typeface="맑은 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image" Target="../media/dream_meai_1_1-1.png"/><Relationship Id="rId2" Type="http://schemas.openxmlformats.org/officeDocument/2006/relationships/image" Target="../media/dream_meai_1_1-2.png"/><Relationship Id="rId3" Type="http://schemas.openxmlformats.org/officeDocument/2006/relationships/image" Target="../media/dream_meai_1_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배경 빛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-109728"/>
            <a:ext cx="6812280" cy="5349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804672"/>
            <a:ext cx="4069080" cy="3520440"/>
          </a:xfrm>
          <a:prstGeom prst="roundRect">
            <a:avLst>
              <a:gd name="adj" fmla="val 2597"/>
            </a:avLst>
          </a:prstGeom>
          <a:solidFill>
            <a:srgbClr val="111111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65760" y="11247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b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타사는</a:t>
            </a:r>
            <a:endParaRPr lang="en-US" sz="2000" dirty="0"/>
          </a:p>
        </p:txBody>
      </p:sp>
      <p:pic>
        <p:nvPicPr>
          <p:cNvPr id="5" name="Image 1" descr="건물(임직원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380" y="1627632"/>
            <a:ext cx="1005840" cy="10058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2816352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ko-KR" altLang="en-US" sz="2800" b="1" dirty="0">
                <a:solidFill>
                  <a:srgbClr val="A6A6A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임직원을 위한 AI</a:t>
            </a:r>
            <a:endParaRPr lang="en-US" sz="2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ko-KR" altLang="en-US" sz="2000" b="1" dirty="0">
                <a:solidFill>
                  <a:srgbClr val="8C8C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개발에 집중할 때</a:t>
            </a:r>
            <a:endParaRPr lang="en-US" sz="2800" dirty="0"/>
          </a:p>
        </p:txBody>
      </p:sp>
      <p:sp>
        <p:nvSpPr>
          <p:cNvPr id="7" name="Shape 3"/>
          <p:cNvSpPr/>
          <p:nvPr/>
        </p:nvSpPr>
        <p:spPr>
          <a:xfrm>
            <a:off x="4709160" y="804672"/>
            <a:ext cx="4069080" cy="3520440"/>
          </a:xfrm>
          <a:prstGeom prst="roundRect">
            <a:avLst>
              <a:gd name="adj" fmla="val 2597"/>
            </a:avLst>
          </a:prstGeom>
          <a:solidFill>
            <a:srgbClr val="141414"/>
          </a:solidFill>
          <a:ln w="19050">
            <a:solidFill>
              <a:srgbClr val="FFC00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709160" y="11247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000" b="1" dirty="0">
                <a:solidFill>
                  <a:srgbClr val="FFC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메리츠는</a:t>
            </a:r>
            <a:endParaRPr lang="en-US" sz="2000" dirty="0"/>
          </a:p>
        </p:txBody>
      </p:sp>
      <p:pic>
        <p:nvPicPr>
          <p:cNvPr id="9" name="Image 2" descr="사람들(영업가족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780" y="1627632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800600" y="2816352"/>
            <a:ext cx="3886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ko-KR" altLang="en-US" sz="2800" b="1" dirty="0">
                <a:solidFill>
                  <a:srgbClr val="FFC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영업가족을 위한 AI를</a:t>
            </a:r>
            <a:endParaRPr lang="en-US" sz="2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개발했습니다</a:t>
            </a:r>
            <a:endParaRPr lang="en-US" sz="2800" dirty="0"/>
          </a:p>
        </p:txBody>
      </p:sp>
      <p:sp>
        <p:nvSpPr>
          <p:cNvPr id="11" name="Shape 6"/>
          <p:cNvSpPr/>
          <p:nvPr/>
        </p:nvSpPr>
        <p:spPr>
          <a:xfrm>
            <a:off x="4379976" y="2372868"/>
            <a:ext cx="384048" cy="384048"/>
          </a:xfrm>
          <a:prstGeom prst="ellipse">
            <a:avLst/>
          </a:prstGeom>
          <a:solidFill>
            <a:srgbClr val="FFC000"/>
          </a:solidFill>
          <a:ln w="25400">
            <a:solidFill>
              <a:srgbClr val="000000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4379976" y="23454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2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ko-KR" sz="22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494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#m/%#d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0&quot;&gt;&lt;elem m_fUsage=&quot;9.22265127283678687320E+00&quot;&gt;&lt;m_msothmcolidx val=&quot;0&quot;/&gt;&lt;m_rgb r=&quot;FF&quot; g=&quot;C0&quot; b=&quot;00&quot;/&gt;&lt;/elem&gt;&lt;elem m_fUsage=&quot;4.48821669358540675798E-01&quot;&gt;&lt;m_msothmcolidx val=&quot;0&quot;/&gt;&lt;m_rgb r=&quot;E5&quot; g=&quot;E4&quot; b=&quot;E2&quot;/&gt;&lt;/elem&gt;&lt;elem m_fUsage=&quot;1.66773134856199795051E-01&quot;&gt;&lt;m_msothmcolidx val=&quot;0&quot;/&gt;&lt;m_rgb r=&quot;85&quot; g=&quot;82&quot; b=&quot;74&quot;/&gt;&lt;/elem&gt;&lt;elem m_fUsage=&quot;1.09418989131908131474E-01&quot;&gt;&lt;m_msothmcolidx val=&quot;0&quot;/&gt;&lt;m_rgb r=&quot;AD&quot; g=&quot;AB&quot; b=&quot;A1&quot;/&gt;&lt;/elem&gt;&lt;elem m_fUsage=&quot;5.23349323045620568040E-02&quot;&gt;&lt;m_msothmcolidx val=&quot;0&quot;/&gt;&lt;m_rgb r=&quot;F7&quot; g=&quot;B9&quot; b=&quot;46&quot;/&gt;&lt;/elem&gt;&lt;elem m_fUsage=&quot;1.09119942199483291854E-09&quot;&gt;&lt;m_msothmcolidx val=&quot;0&quot;/&gt;&lt;m_rgb r=&quot;A3&quot; g=&quot;A9&quot; b=&quot;48&quot;/&gt;&lt;/elem&gt;&lt;elem m_fUsage=&quot;1.36464638562954143155E-10&quot;&gt;&lt;m_msothmcolidx val=&quot;0&quot;/&gt;&lt;m_rgb r=&quot;FC&quot; g=&quot;A2&quot; b=&quot;48&quot;/&gt;&lt;/elem&gt;&lt;elem m_fUsage=&quot;1.27391877643311497204E-10&quot;&gt;&lt;m_msothmcolidx val=&quot;0&quot;/&gt;&lt;m_rgb r=&quot;77&quot; g=&quot;82&quot; b=&quot;42&quot;/&gt;&lt;/elem&gt;&lt;elem m_fUsage=&quot;1.17490142126167807827E-10&quot;&gt;&lt;m_msothmcolidx val=&quot;0&quot;/&gt;&lt;m_rgb r=&quot;9B&quot; g=&quot;17&quot; b=&quot;17&quot;/&gt;&lt;/elem&gt;&lt;elem m_fUsage=&quot;2.71327812536999455004E-11&quot;&gt;&lt;m_msothmcolidx val=&quot;0&quot;/&gt;&lt;m_rgb r=&quot;36&quot; g=&quot;40&quot; b=&quot;86&quot;/&gt;&lt;/elem&gt;&lt;elem m_fUsage=&quot;1.23202192432461508304E-11&quot;&gt;&lt;m_msothmcolidx val=&quot;0&quot;/&gt;&lt;m_rgb r=&quot;9A&quot; g=&quot;9A&quot; b=&quot;8B&quot;/&gt;&lt;/elem&gt;&lt;elem m_fUsage=&quot;3.73437147602706268830E-15&quot;&gt;&lt;m_msothmcolidx val=&quot;0&quot;/&gt;&lt;m_rgb r=&quot;3C&quot; g=&quot;3C&quot; b=&quot;3C&quot;/&gt;&lt;/elem&gt;&lt;elem m_fUsage=&quot;7.43154767125509373229E-16&quot;&gt;&lt;m_msothmcolidx val=&quot;0&quot;/&gt;&lt;m_rgb r=&quot;09&quot; g=&quot;1C&quot; b=&quot;5A&quot;/&gt;&lt;/elem&gt;&lt;elem m_fUsage=&quot;4.39328503696472623983E-34&quot;&gt;&lt;m_msothmcolidx val=&quot;0&quot;/&gt;&lt;m_rgb r=&quot;FB&quot; g=&quot;E9&quot; b=&quot;E9&quot;/&gt;&lt;/elem&gt;&lt;elem m_fUsage=&quot;1.19399327461795569727E-56&quot;&gt;&lt;m_msothmcolidx val=&quot;0&quot;/&gt;&lt;m_rgb r=&quot;66&quot; g=&quot;00&quot; b=&quot;66&quot;/&gt;&lt;/elem&gt;&lt;elem m_fUsage=&quot;1.39622078960197390864E-75&quot;&gt;&lt;m_msothmcolidx val=&quot;0&quot;/&gt;&lt;m_rgb r=&quot;FA&quot; g=&quot;B8&quot; b=&quot;56&quot;/&gt;&lt;/elem&gt;&lt;elem m_fUsage=&quot;2.37315574558149176538E-81&quot;&gt;&lt;m_msothmcolidx val=&quot;0&quot;/&gt;&lt;m_rgb r=&quot;41&quot; g=&quot;46&quot; b=&quot;28&quot;/&gt;&lt;/elem&gt;&lt;elem m_fUsage=&quot;6.55318646351572306369E-84&quot;&gt;&lt;m_msothmcolidx val=&quot;0&quot;/&gt;&lt;m_rgb r=&quot;F2&quot; g=&quot;F2&quot; b=&quot;F2&quot;/&gt;&lt;/elem&gt;&lt;elem m_fUsage=&quot;2.02868303842045247399E-86&quot;&gt;&lt;m_msothmcolidx val=&quot;0&quot;/&gt;&lt;m_rgb r=&quot;28&quot; g=&quot;28&quot; b=&quot;23&quot;/&gt;&lt;/elem&gt;&lt;elem m_fUsage=&quot;1.84159263022790562096E-86&quot;&gt;&lt;m_msothmcolidx val=&quot;0&quot;/&gt;&lt;m_rgb r=&quot;40&quot; g=&quot;40&quot; b=&quot;40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eritz Golden Template by Bhumjin">
  <a:themeElements>
    <a:clrScheme name="ATK Template">
      <a:dk1>
        <a:srgbClr val="000000"/>
      </a:dk1>
      <a:lt1>
        <a:srgbClr val="FFFFFF"/>
      </a:lt1>
      <a:dk2>
        <a:srgbClr val="778242"/>
      </a:dk2>
      <a:lt2>
        <a:srgbClr val="9B1717"/>
      </a:lt2>
      <a:accent1>
        <a:srgbClr val="364086"/>
      </a:accent1>
      <a:accent2>
        <a:srgbClr val="EFEEEC"/>
      </a:accent2>
      <a:accent3>
        <a:srgbClr val="ADABA1"/>
      </a:accent3>
      <a:accent4>
        <a:srgbClr val="858274"/>
      </a:accent4>
      <a:accent5>
        <a:srgbClr val="FCA248"/>
      </a:accent5>
      <a:accent6>
        <a:srgbClr val="CDD773"/>
      </a:accent6>
      <a:hlink>
        <a:srgbClr val="364086"/>
      </a:hlink>
      <a:folHlink>
        <a:srgbClr val="A3AADA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0" tIns="0" rIns="0" bIns="0" rtlCol="0" anchor="ctr"/>
      <a:lstStyle>
        <a:defPPr algn="ctr">
          <a:defRPr sz="1400" b="1" dirty="0" smtClean="0">
            <a:solidFill>
              <a:schemeClr val="tx1"/>
            </a:solidFill>
            <a:latin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ctr" eaLnBrk="0" latinLnBrk="0" hangingPunct="0">
          <a:defRPr sz="1600" b="1" dirty="0" smtClean="0">
            <a:latin typeface="Arial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8_Meritz Golden Template by Bhumjin">
  <a:themeElements>
    <a:clrScheme name="ATK Template">
      <a:dk1>
        <a:srgbClr val="000000"/>
      </a:dk1>
      <a:lt1>
        <a:srgbClr val="FFFFFF"/>
      </a:lt1>
      <a:dk2>
        <a:srgbClr val="778242"/>
      </a:dk2>
      <a:lt2>
        <a:srgbClr val="9B1717"/>
      </a:lt2>
      <a:accent1>
        <a:srgbClr val="364086"/>
      </a:accent1>
      <a:accent2>
        <a:srgbClr val="EFEEEC"/>
      </a:accent2>
      <a:accent3>
        <a:srgbClr val="ADABA1"/>
      </a:accent3>
      <a:accent4>
        <a:srgbClr val="858274"/>
      </a:accent4>
      <a:accent5>
        <a:srgbClr val="FCA248"/>
      </a:accent5>
      <a:accent6>
        <a:srgbClr val="CDD773"/>
      </a:accent6>
      <a:hlink>
        <a:srgbClr val="364086"/>
      </a:hlink>
      <a:folHlink>
        <a:srgbClr val="A3AADA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0" tIns="0" rIns="0" bIns="0" rtlCol="0" anchor="ctr"/>
      <a:lstStyle>
        <a:defPPr algn="ctr">
          <a:defRPr sz="1400" b="1" dirty="0" smtClean="0">
            <a:solidFill>
              <a:schemeClr val="tx1"/>
            </a:solidFill>
            <a:latin typeface="Arial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ctr" eaLnBrk="0" latinLnBrk="0" hangingPunct="0">
          <a:defRPr sz="1600" b="1" dirty="0" smtClean="0">
            <a:latin typeface="Arial" pitchFamily="34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241819</TotalTime>
  <Words>1455</Words>
  <Application>Microsoft Office PowerPoint</Application>
  <PresentationFormat>화면 슬라이드 쇼(16:9)</PresentationFormat>
  <Paragraphs>658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맑은 고딕</vt:lpstr>
      <vt:lpstr>맑은 고딕</vt:lpstr>
      <vt:lpstr>Arial</vt:lpstr>
      <vt:lpstr>Wingdings</vt:lpstr>
      <vt:lpstr>Meritz Golden Template by Bhumjin</vt:lpstr>
      <vt:lpstr>8_Meritz Golden Template by Bhumjin</vt:lpstr>
      <vt:lpstr>think-cell Slide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meritz</dc:creator>
  <cp:lastModifiedBy>user</cp:lastModifiedBy>
  <cp:revision>6664</cp:revision>
  <cp:lastPrinted>2026-10-06T10:54:23Z</cp:lastPrinted>
  <dcterms:created xsi:type="dcterms:W3CDTF">2015-11-22T03:54:56Z</dcterms:created>
  <dcterms:modified xsi:type="dcterms:W3CDTF">2026-10-07T02:10:34Z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DRClass">
    <vt:lpwstr>0</vt:lpwstr>
  </property>
  <property fmtid="{D5CDD505-2E9C-101B-9397-08002B2CF9AE}" pid="3" name="FDRSet">
    <vt:lpwstr>manual</vt:lpwstr>
  </property>
</Properties>
</file>