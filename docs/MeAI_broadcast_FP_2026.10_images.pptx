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1년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1년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이름을 알면 검은 [맞춤대화] 카드를 누르세요. 고객 검색 창에 한 글자만 넣어도 목록이 좁혀집니다.
3번, 내 고객 숫자 네 개. 아침마다 '사전조회 동의 필요'가 늘었는지 보세요.
4번, 오늘의 추천 고객. 이유가 붙은 카드가 세 장씩, 화살표로 넘기면 세트 2, 세트 3이 나옵니다. 지금 화면이 세트 3입니다. 상령일, 중복 가입,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장(챕터 칩 '2 고르기')으로 넘김. '두 번째 걸음, 고르기' 안내는 9장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그 방법이 다음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12:50–14:15 · 85초]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14:15–15:55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15:55–17:25 · 90초] 동의 상태 · 알림톡
진행: 세 줄을 위에서 아래로 짚기. 둘째 줄에서 '김민수 고객처럼'은 9장 캡처의 빨간 테두리 버튼을 떠올리게 하고, 버튼 → 팝업 화살표를 따라 손으로 짚는다. 전화 한 마디는 실제 통화하듯. '15분 안팎'으로 읽기. 다음 장은 '세 번째 걸음, 묻기입니다'로 이어진다.
맞춤대화를 열기 전에 하나만 보세요. 사전조회 동의입니다. 맞춤대화는 보장 내역을 읽기 때문에 동의가 먼저입니다. 상태는 세 가지뿐입니다.
첫째, 남은 날이 보이면 유효합니다. 동의일부터 1년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17:25–19:35 · 130초] 질문 고르기
진행: 첫 문장 '세 번째 걸음, 묻기입니다'에서 챕터 칩 '3 묻기'가 켜진 이 화면으로 전환. 하나→넷 순서로 칸을 짚음. 시연: '하나'에서 일반대화 첫 화면 보장 비교 예시 첫 줄을 커서로 짚기만 함(목업에서는 눌러도 반응 없음). '셋'에서는 답 아래 첫 번째(청록) 버튼만 짚고 버튼 문장은 읽지 않음(2·3번 버튼은 짚지 않음). 답 화면은 미리 띄우고 맨 위 날짜 줄이 안 보이게 내려 둠.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세 번째 걸음, 묻기입니다. 프롬프트라는 말에 겁먹지 마세요. 질문은 만드는 게 아니라 고르는 겁니다. 화면 안에 질문 창구가 네 곳 있습니다.
하나, 시작할 때는 일반대화 첫 화면의 탭 세 개. 보장 비교는 담보 간 차이, 지식 검색은 처음 듣는 용어, 자주하는 질문은 영업가족이 많이 물은 질문입니다. 예시를 누르면 바로 대화가 시작됩니다.
둘, 고객이 정해졌을 때는 고객찾기 오른쪽 'MeAI에 이렇게 물어보세요'. 누르면 입력창에 질문이 채워진 채로 열리고, 전송만 누르면 됩니다.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19:35–21:45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5·6은 ② 화면에서 짚음.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화면은 동의가 유효한 예시 고객입니다.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추천 질문을 눌러 들어오셨다면 질문이 채워져 있으니 전송만 누르시면 됩니다.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21:45–23:15 · 90초] 답 읽는 순서
진행: 핀 1→4 차례로 짚기. '미가입' 두 줄에서 잠깐 멈춤. '안심, 제안, 다음 행동'은 손가락 셋으로 천천히. 시연 중이면 이 답 화면을 미리 띄우되 맨 위 날짜 줄은 안 보이게 내려 둠. 노란 [용어 설명]은 16장에서 다루니 여기서는 짚지 않음. 마지막 질문으로 15장(직접 묻기)으로 넘김.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23:15–25:05 · 110초] 직접 묻는 공식(누구에게 + 무엇을)
진행: 14장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25:05–26:55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26:55–28:40 · 105초] 이렇게는 묻지 마세요
진행: ①→④ 차례로 짚기. ①에서 개인정보 안내 줄(핀 ①), ③에서 입력창 아래 안내문 둘째 줄(핀 ③) 가리키기(화면 안내문 원문을 가리키며 전하는 방식). ✕ 예문은 ④만 소리 내 읽기. '김민수 고객이' 앞에서 8장 카드의 '사전조회동의 필요'를 떠올리도록 한 박자 쉼. 마지막 문장 뒤 챕터 칩 '4 터치하기'가 켜진 18장으로 넘김.
묻기 마지막, 이렇게는 묻지 마세요. 답도 나빠지고, 규정에도 어긋납니다.
하나, 개인정보를 넣는 질문. 이름, 연락처, 주소, 주민번호는 질문에도 메모에도 넣지 않습니다. 화면에도 적혀 있습니다. 맞춤대화는 이미 그 고객을 알고 있으니, '이 고객'이라고만 하세요.
둘, 여러 질문을 한 번에. 하나씩 이어 가야 답마다 품질이 올라갑니다. 고객이나 주제가 바뀌면 [새로 대화하기]를 누르세요.
셋, 답을 그대로 고객에게. 숫자와 약관 근거를 확인하고 내 말로 다듬어 보내세요. 검증 없이 안내하면 법령상 책임은 사용자에게 있습니다.
넷, 단정을 강요하는 질문. '무조건 가입 가능하다고 말해줘' 대신 '가능성과 확인할 조건을 알려줘'라고 물으세요. 인수 가능 여부와 지급 여부는 심사와 약관이 결정합니다.
동의 없는 고객은 우회하지 말고 동의부터 받습니다. 앞에서 본 김민수 고객이 그렇습니다. 답변과 화면 캡처는 외부로 내보내지 않습니다.
이제 고객에게 연락할 차례입니다.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28:40–31:00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17장 끝('이제 고객에게 연락할 차례입니다')을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19장으로.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31:00–32:00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32:00–33:15 · 75초] 요약 리포트 보내기
진행: ①→④ 핀 순서로 짚기. [요약 생성]·[요약 리포트] 둘 다 말함. 첫 두 문장에서 18장 ④ 칸(인상 전 가입의 이점)을 떠올리게 한 박자 쉼. 마지막 카톡 화면에서 멈춘 뒤 21장(첫 5일)으로.
맞춤대화가 끝나면 좋았던 답만 골라 요약 리포트로 보내 드리세요. 김민수 고객이라면 인상 전 가입의 이점을 담은 답입니다.
첫째, 휴대폰은 대화 화면 위 [요약 생성]을 누릅니다. PC는 오른쪽 위 [요약 리포트]입니다. 둘째, 넣을 답만 체크하고 [편집하기]로 다듬습니다. 내부 판단용 답은 빼 주세요. 셋째, [리포트 생성하기]를 누르면 카카오톡으로 링크가 갑니다. 넷째, 고객은 알림톡을 받은 날부터 7일까지 열 수 있습니다. 기간도 함께 알려 주세요.
보내기 전에 숫자, 약관 근거, 개인정보를 확인합니다. 'AI로 생성된 보조자료' 표시가 붙어도 최종 책임은 보내는 사람에게 있습니다. 처음 한 번은 내 카톡으로 먼저 받아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33:15–34:40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34:40–35:35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진행용 큐시트 · 방송 송출 제외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out_final/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out_final/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out_final/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out_final/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out_final/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out_final/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out_final/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out_final/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out_final/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out_final/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out_final/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out_final/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out_final/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out_final/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out_final/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out_final/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out_final/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out_final/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out_final/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out_final/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out_final/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out_final/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out_final/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대문 30분 방송 (이미지판)</dc:title>
  <dc:subject>PptxGenJS Presentation</dc:subject>
  <dc:creator>세일즈혁신TF</dc:creator>
  <cp:lastModifiedBy>세일즈혁신TF</cp:lastModifiedBy>
  <cp:revision>1</cp:revision>
  <dcterms:created xsi:type="dcterms:W3CDTF">2026-09-30T04:10:03Z</dcterms:created>
  <dcterms:modified xsi:type="dcterms:W3CDTF">2026-09-30T04:10:03Z</dcterms:modified>
</cp:coreProperties>
</file>