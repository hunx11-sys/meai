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이름을 알면 검은 [맞춤대화] 카드를 누르세요. 고객 검색 창에 한 글자만 넣어도 목록이 좁혀집니다.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17:25–19:35 · 130초] 질문 고르기
진행: 첫 문장 '세 번째 걸음, 묻기입니다'에서 챕터 칩 '3 묻기'가 켜진 이 화면으로 전환. 하나→넷 순서로 칸을 짚음. 시연: '하나'에서 일반대화 첫 화면 보장 비교 예시 첫 줄을 커서로 짚기만 함(목업에서는 눌러도 반응 없음).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세 번째 걸음, 묻기입니다. 프롬프트라는 말에 겁먹지 마세요. 질문은 만드는 게 아니라 고르는 겁니다. 화면 안에 질문 창구가 네 곳 있습니다.
하나, 시작할 때는 일반대화 첫 화면의 탭 세 개. 보장 비교는 담보 간 차이, 지식 검색은 처음 듣는 용어, 자주하는 질문은 영업가족이 많이 물은 질문입니다. 예시를 누르면 바로 대화가 시작됩니다.
둘, 고객이 정해졌을 때는 고객찾기 오른쪽 'MeAI에 이렇게 물어보세요'. 누르면 입력창에 질문이 채워진 채로 열리고, 전송만 누르면 됩니다.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19:35–21:45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5·6은 ② 화면에서 짚음.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화면은 동의가 유효한 예시 고객입니다.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추천 질문을 눌러 들어오셨다면 질문이 채워져 있으니 전송만 누르시면 됩니다.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21:45–23:15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16장에서 다루니 여기서는 짚지 않음. 마지막 질문으로 15장(직접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23:15–25:05 · 110초] 직접 묻는 공식(누구에게 + 무엇을)
진행: 14장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25:05–26:55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26:55–28:40 · 105초] 이렇게는 묻지 마세요
진행: ①→④ 차례로 짚기. ③에서 아래 안내문 띠 둘째 줄 가리키기(화면 안내문 원문을 가리키며 전하는 방식). ✕ 예문은 ④만 소리 내 읽기. '김민수 고객이' 앞에서 8장 카드의 '사전조회동의 필요'를 떠올리도록 한 박자 쉼. 마지막 문장 뒤 챕터 칩 '4 터치하기'가 켜진 18장으로 넘김.
묻기 마지막, 이렇게는 묻지 마세요. 답도 나빠지고, 규정에도 어긋납니다.
하나, 개인정보를 넣는 질문. 이름, 연락처, 주소, 주민번호는 질문에도 메모에도 넣지 않습니다.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28:40–31:00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17장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19장으로.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31:00–32:00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32:00–33:15 · 75초] 요약 리포트 보내기
진행: ①→④ 핀 순서로 짚기. [요약 생성]·[요약 리포트] 둘 다 말함. 첫 두 문장에서 18장 ④ 칸(인상 전 가입의 이점)을 떠올리게 한 박자 쉼. 마지막 카톡 화면에서 멈춘 뒤 21장(첫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33:15–34:40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34:40–35:35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방송 화면 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방송 화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방송 화면 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방송 화면 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방송 화면 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방송 화면 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방송 화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방송 화면 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방송 화면 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방송 화면 1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방송 화면 1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방송 화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방송 화면 1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방송 화면 1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방송 화면 1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방송 화면 1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방송 화면 1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방송 화면 1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방송 화면 1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방송 화면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방송 화면 2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방송 화면 2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 (이미지판)</dc:title>
  <dc:subject>PptxGenJS Presentation</dc:subject>
  <dc:creator>세일즈혁신TF</dc:creator>
  <cp:lastModifiedBy>세일즈혁신TF</cp:lastModifiedBy>
  <cp:revision>1</cp:revision>
  <dcterms:created xsi:type="dcterms:W3CDTF">2026-09-30T04:37:32Z</dcterms:created>
  <dcterms:modified xsi:type="dcterms:W3CDTF">2026-09-30T04:37:32Z</dcterms:modified>
</cp:coreProperties>
</file>