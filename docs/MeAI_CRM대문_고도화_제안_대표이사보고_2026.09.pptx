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94360"/>
            <a:ext cx="2651760" cy="274320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94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 보고  ·  2026. 09  ·  세일즈혁신TF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430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영업포탈의 새 입구가 됩니다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834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오픈 MeAI CRM 대문 고도화 제안(안)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영업포탈의 구조적 문제를, 새로 만드는 대신 이미 만든 것이 쓰이게 하는 방식으로 풉니다.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8862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8EC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8862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영업포탈 진입 구조 · MeAI 대문(CRM) · 고객 컨텐츠 연계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142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8EC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14223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개편 계획(안) 2026.07 · MeAI 효과 분석 2026.08 · 대문 프로토타입 2026.09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3982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8EC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성격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39826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요청 보고 (승인 시 컨텐츠 인벤토리부터 착수)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- 1 -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요약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기능이 부족한 것이 아니라, 만든 것이 영업에 쓰이지 않는 것이 문제입니다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오픈 MeAI 대문을 영업포탈의 "입구"로 고도화하면, 추천 고객 · 컨텐츠 · 업무 화면이 한 흐름으로 이어집니다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420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64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057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316개 페이지가 4단계 깊이에 분산, 메뉴 목차만 60화면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060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2606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비용을 들인 컨텐츠 · 교육자료가 3단계 하위에 묻혀 활용률 저조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1546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" y="3154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보유고객 중 실제 영업 시도 7% 미만 · 이관고객 2% 미만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246120" y="15087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66420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1664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057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93592" y="2057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추천 고객 카드에 "맞는 컨텐츠"를 함께 제시 (맞물림)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26060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593592" y="2606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카드의 [다음 행동]으로 316개 화면 중 필요한 곳에 직행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1546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593592" y="3154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고객 360° · MeAI 상시 패널 · 권한 무관 동일 화면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989320" y="150876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66420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1664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0574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2057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업무 화면 이동 6회 → 1회, 고객정보 재입력 3회 → 0회</a:t>
            </a:r>
            <a:endParaRPr lang="en-US" sz="93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26060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336792" y="2606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시 체결전환율 12.7% → 35.4% (2.8배, 2026.08)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1546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336792" y="3154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지출한 컨텐츠 고정비의 활용률 제고 = 추가 비용 없는 성과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02920" y="3977640"/>
            <a:ext cx="8138160" cy="685800"/>
          </a:xfrm>
          <a:prstGeom prst="roundRect">
            <a:avLst>
              <a:gd name="adj" fmla="val 13333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8EC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요청  </a:t>
            </a:r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MeAI 대문을 영업포탈 공식 첫 화면으로 지정   ② 컨텐츠 자산 전수 인벤토리 · 태그 매핑 착수   ③ 고객 360° 1차(조회 전용) 전산 자원 배정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- 2 -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현행 영업포탈의 문제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316개 페이지, 목차를 보는 데만 60개 화면이 필요합니다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아래는 기능 화면이 아니라 영업포탈의 "메뉴 목차" 캡처 60장입니다. 어디에 무엇이 있는지 기억하지 못하면 기능은 없는 것과 같습니다</a:t>
            </a:r>
            <a:endParaRPr lang="en-US" sz="950" dirty="0"/>
          </a:p>
        </p:txBody>
      </p:sp>
      <p:pic>
        <p:nvPicPr>
          <p:cNvPr id="6" name="Image 0" descr="/tmp/claude-0/-home-user-MeAI/fc097454-2b30-54b4-8cdf-96642e2114b9/scratchpad/ceo/menu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120640" cy="2432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9319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영업포탈 전체 메뉴 목차 캡처 60화면 (TA · 순수신인 권한 기준)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852160" y="146304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035040" y="157276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316개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20299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말단 페이지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2860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대분류 아래 최대 4단계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7315200" y="146304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98080" y="157276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0299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깊이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22860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147개 페이지가 경로 암기 없이는 도달 불가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5852160" y="301752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035040" y="31272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18단계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35844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1명 청약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38404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교육자료 46쪽이 화면 조작 설명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7315200" y="3017520"/>
            <a:ext cx="1325880" cy="14173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498080" y="31272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150개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35844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계약관리 편중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38404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대분류에 절반 집중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502920" y="420624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메뉴 체계는 사실상 쓰이지 않고 검색과 즐겨찾기에 의존합니다. 검색어를 모르는 기능은 영구히 사용되지 않습니다.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- 3 -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현행 영업포탈의 문제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비용을 들여 사온 컨텐츠가, 영업가족이 몰라서 방치됩니다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제작 · 구매 컨텐츠와 교육자료는 [활동관리 › 컨텐츠 › Sales 자료 다모여] 3단계 아래에 있습니다. 고정비는 매년 나가는데 활용은 우연에 맡겨져 있습니다</a:t>
            </a:r>
            <a:endParaRPr lang="en-US" sz="950" dirty="0"/>
          </a:p>
        </p:txBody>
      </p:sp>
      <p:pic>
        <p:nvPicPr>
          <p:cNvPr id="6" name="Image 0" descr="/tmp/claude-0/-home-user-MeAI/fc097454-2b30-54b4-8cdf-96642e2114b9/scratchpad/ceo/cont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3931920" cy="30906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4572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컨텐츠 관리 화면 (활동관리 › 컨텐츠) · 실제 캡처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776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0600" y="1600200"/>
            <a:ext cx="45720" cy="667512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56048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컨텐츠는 "찾아가야" 보입니다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956048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고객에게 어떤 자료를 보내면 좋을지 판단은 영업가족 몫이고, 자료가 있다는 사실조차 3단계 아래에 있어 모릅니다.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63440" y="2514600"/>
            <a:ext cx="39776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2651760"/>
            <a:ext cx="45720" cy="66751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56048" y="2606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고정비인데 활용률은 측정되지 않습니다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956048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업체 구매 · 제작 비용은 매년 집행되지만, 어느 자료가 어느 고객에게 쓰였는지 연결되는 데이터가 없습니다.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63440" y="3566160"/>
            <a:ext cx="39776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3703320"/>
            <a:ext cx="45720" cy="667512"/>
          </a:xfrm>
          <a:prstGeom prst="rect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56048" y="3657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시도 자체가 적습니다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956048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보유고객 중 실제 영업을 시도하는 비율 7% 미만, 이관고객 2% 미만. "누구에게 무엇을"이 정해지지 않아 컨텐츠도 갈 곳이 없습니다.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457200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영업 시도 비율은 2026.08 MeAI 워크샵 자료 기준 · 컨텐츠 비용 규모는 별첨 산정 예정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- 4 -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Ⅰ. 현행 영업포탈의 문제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"영업" 순서가 아니라 "시스템" 단위로 놓여 있습니다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영업포탈의 본질은 영업입니다. 그런데 개별 시스템이 순차적으로 추가되어 왔을 뿐, 영업가족의 하루 순서로 재배열된 적이 없습니다</a:t>
            </a:r>
            <a:endParaRPr lang="en-US" sz="950" dirty="0"/>
          </a:p>
        </p:txBody>
      </p:sp>
      <p:pic>
        <p:nvPicPr>
          <p:cNvPr id="6" name="Image 0" descr="/tmp/claude-0/-home-user-MeAI/fc097454-2b30-54b4-8cdf-96642e2114b9/scratchpad/ceo/core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3017520" cy="2377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1건에 실제로 거치는 9개 화면 · 시스템마다 레이아웃 · 용어가 다름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749040" y="1463040"/>
            <a:ext cx="23774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86200" y="1600200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8620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분절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88620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1건에 보장분석 · 특약검색 · 업무포탈을 각각 열고 같은 고객정보를 반복 조회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6263640" y="1463040"/>
            <a:ext cx="23774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1600200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나열식 메뉴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"내고객다나와" 같은 시스템 명칭 중심. 명칭만으로 업무 내용을 알 수 없음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3749040" y="2651760"/>
            <a:ext cx="23774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86200" y="2788920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886200" y="2788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단절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886200" y="3108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특정 화면의 버튼으로만 존재하고, 대화 결과가 업무 화면에 반영되지 않음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6263640" y="2651760"/>
            <a:ext cx="23774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00800" y="2788920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2788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72084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· 모바일 이원화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3108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모바일은 별도 앱 · 별도 구조. PC 작업을 현장에서 이어갈 수 없음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502920" y="420624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 보고의 제안은 "전산을 더 만들자"가 아닙니다. 이미 만든 316개 화면과 이미 사온 컨텐츠가 영업 순서대로 쓰이게 하는 "입구"를 만드는 것입니다.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- 5 -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제안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대문을 영업포탈의 입구로, 없어지는 화면 없이 길만 새로 냅니다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오픈 예정인 MeAI 대문(CRM)이 이미 "입구"의 형태를 갖추고 있습니다. 여기에 세 가지를 더해 영업포탈 전체의 진입층으로 확장합니다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3182F6"/>
          </a:solidFill>
          <a:ln w="9525">
            <a:solidFill>
              <a:srgbClr val="31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· 진입층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 (신규 · 10월 오픈 + 고도화)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874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 · 고객찾기 그룹 · 일반/맞춤대화 · 통합검색 · [다음 행동] 버튼 · 함께 보낼 컨텐츠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2468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· 업무층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316개 화면 전부 존치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가입설계 · 가계약조회 · 보장분석 · 내고객다나와 · Sales 자료 다모여 · 보상다나와 … 기능 · 데이터 · 로직 그대로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9FAFB"/>
          </a:solidFill>
          <a:ln w="9525">
            <a:solidFill>
              <a:srgbClr val="F9FA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37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 · 데이터층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360° 데이터 허브 (신규 · 조회 연계)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611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고객정보 · 보유계약 · 보장분석 · 가계약 · 상담이력을 고객 기준으로 모아 전 화면과 MeAI가 공유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원칙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80136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존치, 경로는 재설계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명칭 · 경로는 상세 모드에 그대로. 신규 경로는 대체가 아닌 추가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852160" y="257860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0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560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자산이 드러나게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컨텐츠 · 교육자료 · 신규 기능이 고객 맥락에 맞춰 먼저 제시됨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852160" y="335584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0" y="3355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337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· 기기와 무관하게 동일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미보유자는 규칙 기반 요약, PC와 모바일은 같은 카드 구조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02920" y="420624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프로세스(발굴 → 접촉 → 분석 → 설계 → 제안 · 청약)는 사용자가 배울 대상이 아니라, 시스템이 화면과 컨텐츠를 이어주는 내부 기준으로만 쓰입니다.</a:t>
            </a:r>
            <a:endParaRPr lang="en-US" sz="93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- 6 -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제안 · 출발점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오픈 MeAI 대문(가안) — 입구의 뼈대는 이미 만들어져 있습니다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아래는 KT AX 엔지니어링 센터와 제작 중인 프로토타입입니다. 확정 디자인은 아니며, 이 화면을 기준으로 고도화 지점을 표시했습니다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46520" y="320040"/>
            <a:ext cx="2194560" cy="201168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2026.09 · 디자인 확정 전</a:t>
            </a:r>
            <a:endParaRPr lang="en-US" sz="750" dirty="0"/>
          </a:p>
        </p:txBody>
      </p:sp>
      <p:pic>
        <p:nvPicPr>
          <p:cNvPr id="8" name="Image 0" descr="/tmp/claude-0/-home-user-MeAI/fc097454-2b30-54b4-8cdf-96642e2114b9/scratchpad/crm/gate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3657600" cy="3172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89120" y="1463040"/>
            <a:ext cx="4251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591056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5910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범위 (10월)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19019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일반대화 · 맞춤대화 진입 카드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1214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내 고객 숫자 4개 (전체 · 맞춤대화 가능 · 동의 필요 · 제안 가능)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40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오늘의 추천 고객 — 연락 이유 한 문장 + 태그 6종 + 동의 D-n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5603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고객찾기 — 보장 기준 · 영업 기회 그룹 20종 이상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77977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게시판 · 고객 등록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89120" y="3154680"/>
            <a:ext cx="425196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6280" y="3282696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32826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지점 (제안)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526280" y="359359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추천 카드에 "함께 보낼 컨텐츠" 결합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4526280" y="3904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카드의 [다음 행동]으로 316개 업무 화면 직행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42153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고객 360° 탭 · MeAI 상시 패널 · 권한 무관 동일 화면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- 7 -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제안 · 고도화 ①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고객과 고객용 컨텐츠를 맞물려 제시합니다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"누구에게"는 대문이 정해주고, "무엇을"은 컨텐츠 태그가 정해줍니다. 이미 사둔 컨텐츠가 처음으로 갈 곳을 갖게 됩니다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(10월 가안)</a:t>
            </a:r>
            <a:endParaRPr lang="en-US" sz="950" dirty="0"/>
          </a:p>
        </p:txBody>
      </p:sp>
      <p:pic>
        <p:nvPicPr>
          <p:cNvPr id="7" name="Image 0" descr="/tmp/claude-0/-home-user-MeAI/fc097454-2b30-54b4-8cdf-96642e2114b9/scratchpad/crm/gate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9072"/>
            <a:ext cx="2514600" cy="1984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10896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후 (제안)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29000" y="1719072"/>
            <a:ext cx="28346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24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66160" y="1810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최수영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1828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47세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0" y="183794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8379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3566160" y="2103120"/>
            <a:ext cx="36576" cy="384048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75888" y="20848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부담보 해제가 5일 남았습니다. 해제 시점에 맞춰 재설계 여지가 생깁니다.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566160" y="256032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25603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#즉시연락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4160520" y="2560320"/>
            <a:ext cx="640080" cy="16459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160520" y="2560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#이벤트 임박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4846320" y="2560320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256032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D-25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3566160" y="2798064"/>
            <a:ext cx="2560320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66160" y="28529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보낼 자료  (NEW)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566160" y="3063240"/>
            <a:ext cx="2560320" cy="237744"/>
          </a:xfrm>
          <a:prstGeom prst="roundRect">
            <a:avLst>
              <a:gd name="adj" fmla="val 19231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630168" y="3063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 부담보 해제 안내문 (고객용)</a:t>
            </a:r>
            <a:endParaRPr lang="en-US" sz="700" dirty="0"/>
          </a:p>
        </p:txBody>
      </p:sp>
      <p:sp>
        <p:nvSpPr>
          <p:cNvPr id="27" name="Text 24"/>
          <p:cNvSpPr txBox="1"/>
          <p:nvPr/>
        </p:nvSpPr>
        <p:spPr>
          <a:xfrm>
            <a:off x="5715000" y="30632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3566160" y="3337560"/>
            <a:ext cx="2560320" cy="237744"/>
          </a:xfrm>
          <a:prstGeom prst="roundRect">
            <a:avLst>
              <a:gd name="adj" fmla="val 19231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630168" y="33375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🎬  재설계 필요성 영상 · 외부 제작 1분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5715000" y="33375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3566160" y="3611880"/>
            <a:ext cx="2560320" cy="237744"/>
          </a:xfrm>
          <a:prstGeom prst="roundRect">
            <a:avLst>
              <a:gd name="adj" fmla="val 19231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30168" y="3611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 3대 진단비 리플렛 2026 개정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5715000" y="36118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3566160" y="395935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566160" y="3959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카톡으로 보내기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4892040" y="395935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92040" y="3959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시작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3566160" y="42793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화면 · 컨텐츠 명칭은 가정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6492240" y="146304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629400" y="15361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↔ 컨텐츠 매핑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62940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이유 태그(보장 공백 · 이벤트 임박 · 상령일 등)에 컨텐츠 태그를 붙여 자동 연결. 신규 개발은 "태그 테이블 + 카드 영역"에 한정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492240" y="2542032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629400" y="2615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 컨텐츠의 재활용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629400" y="28620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구매 영상 · 리플렛 · 안내문이 3단계 메뉴가 아니라 고객 카드 위에서 보입니다. 이미 지출한 고정비의 활용률을 올리는 일이라 추가 비용이 거의 없습니다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6492240" y="3621024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629400" y="3694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측정이 시작됩니다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629400" y="39410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컨텐츠가 어느 고객에게 발송되고 계약으로 이어졌는지 처음으로 기록됩니다. 다음 해 컨텐츠 구매 · 제작 예산의 근거가 됩니다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- 8 -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제안 · 고도화 ②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카드의 [다음 행동]이 316개 화면 중 필요한 곳으로 바로 데려갑니다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메뉴를 외우는 대신, 고객이 정해진 상태에서 보장분석 · 가입설계 · 가계약 · 동의 재취득 · 컨텐츠 발송 화면을 한 번에 엽니다. 기존 화면은 그대로입니다</a:t>
            </a:r>
            <a:endParaRPr lang="en-US" sz="950" dirty="0"/>
          </a:p>
        </p:txBody>
      </p:sp>
      <p:pic>
        <p:nvPicPr>
          <p:cNvPr id="6" name="Image 0" descr="/tmp/claude-0/-home-user-MeAI/fc097454-2b30-54b4-8cdf-96642e2114b9/scratchpad/crm/find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2377440" cy="2487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959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고객찾기의 다음 행동 패널 (가안)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55848" y="1591056"/>
            <a:ext cx="45720" cy="521208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5361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7647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보장분석 화면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19659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선택 상태로 열림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394960" y="146304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04688" y="1591056"/>
            <a:ext cx="45720" cy="521208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23560" y="15361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가입설계 · 가계약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17647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가입설계 · 가계약조회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19659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 반영, 재입력 0회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246120" y="233172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55848" y="2459736"/>
            <a:ext cx="45720" cy="52120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74720" y="24048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재취득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0" y="26334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가입설계동의 · LMS 모바일 동의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28346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"사전조회동의 필요" 고객에 직결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394960" y="233172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504688" y="2459736"/>
            <a:ext cx="45720" cy="521208"/>
          </a:xfrm>
          <a:prstGeom prst="rect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3560" y="24048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컨텐츠 발송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623560" y="26334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Sales 자료 다모여 · 컨텐츠 발송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5623560" y="28346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카드에 붙은 자료를 그대로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3246120" y="320040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355848" y="3328416"/>
            <a:ext cx="45720" cy="521208"/>
          </a:xfrm>
          <a:prstGeom prst="rect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474720" y="3273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· 문의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3474720" y="3502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보상다나와 · 질문톡(심사 · 보상)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3474720" y="37033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문의에 즉시 대응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5394960" y="320040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504688" y="3328416"/>
            <a:ext cx="45720" cy="521208"/>
          </a:xfrm>
          <a:prstGeom prst="rect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623560" y="3273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통합검색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623560" y="3502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메뉴 명칭 별칭 인식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5623560" y="37033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"가계약" 입력 → 해당 화면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7589520" y="1463040"/>
            <a:ext cx="1051560" cy="2514600"/>
          </a:xfrm>
          <a:prstGeom prst="roundRect">
            <a:avLst>
              <a:gd name="adj" fmla="val 869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680960" y="15727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EC5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화면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7680960" y="1828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316개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그대로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7680960" y="256032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디자인만 개선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· 데이터 ·</a:t>
            </a:r>
            <a:endParaRPr lang="en-US" sz="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로직 유지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02920" y="420624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  </a:t>
            </a:r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상령일 임박 고객 보강 제안 기준, 화면 이동 6회 → 1회 · 고객정보 재입력 3회 → 0회 · 고객 파악 4개 화면 → 1개 화면 (개편 계획안 목표치, 파일럿에서 실측 검증)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- 9 -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Ⅱ. 제안 · 고도화 ③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360°와 MeAI 상시 패널로 한 화면에서 완결합니다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→ 설계 → 제안의 산출물이 고객 단위로 쌓이고, 다음 상담에 자동으로 다시 보입니다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42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360° 탭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고객찾기의 고객 카드를 펼치면 고객정보 · 보유계약 · 보장 현황 · 가계약 · 상담이력이 탭으로 보입니다. 새 DB가 아니라 기존 시스템 조회 결과를 고객 기준으로 모으는 조회 화면(1차 Read-only)입니다.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886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4개 → 1개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74520" y="38862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74520" y="3886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 시스템 수정 없음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6642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상시 패널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0574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화면의 버튼이 아닌 전 화면 우측 패널. 보고 있는 고객 · 화면을 자동 인지해 추천 질문을 먼저 제시하고, 답을 [설계 반영] [제안서 반영]으로 업무에 바로 적용합니다.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429000" y="38862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3886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재설명 0회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17720" y="38862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3886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결과의 업무 반영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893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6642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1664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· 기기 무관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0574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미보유자에게는 같은 자리에 규칙 기반 요약(권장 대비 부족 담보 · 금액)을 표시해 동일 업무 수행. 모바일은 같은 카드 구조로 "이동 중 브리핑 → 고객 앞 요약 → 즉석 응대" 3장면 최적화.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172200" y="38862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3886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동일 화면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60920" y="388620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60920" y="3886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↔ 모바일 연속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2920" y="4434840"/>
            <a:ext cx="8138160" cy="292608"/>
          </a:xfrm>
          <a:prstGeom prst="roundRect">
            <a:avLst>
              <a:gd name="adj" fmla="val 1875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4348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고객 360° 표시 항목과 원천 시스템 조회 범위, MeAI 대체 표시 규칙은 승인 후 전산과 협의하여 확정 (개편 계획안 Ⅳ · Ⅴ장 기준)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- 10 -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Ⅲ. AS-IS → TO-BE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프로세스 다섯 단계가 대문에서 시작해 한 흐름으로 이어집니다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화면, 같은 데이터입니다. 바뀌는 것은 "누가 찾아가는가"에서 "무엇이 먼저 오는가"로의 전환입니다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463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 현행 영업포탈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463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 MeAI 대문 고도화 후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719072"/>
            <a:ext cx="81381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737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발굴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1737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내고객다나와 · 자동차만기 목록을 수기 탐색. 영업 시도 7% 미만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1737360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737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대문이 오늘의 추천 고객과 이유를 먼저 제시. 고객찾기 그룹 20종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1396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접촉 · 컨텐츠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21396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컨텐츠 위치를 알아야 보냄. 어떤 자료가 맞는지 판단은 개인 몫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139696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1396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이유 태그에 맞는 컨텐츠가 카드에 붙어 카톡 발송까지 한 번에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523744"/>
            <a:ext cx="81381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42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보장분석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25420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탭 이동 → 고객 검색 → 실행. 화면 4개로 고객 파악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193792" y="2542032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5420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360°에서 부족 담보를 색으로 식별, 계약 · 가계약 · 이력 통합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944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설계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2944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화면 이동 후 분석 결과를 보며 수기 입력 (재입력 3회)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193792" y="2944368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944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결과가 설계에 자동 반영. MeAI 보유 시 초안 생성 (재입력 0회)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3328416"/>
            <a:ext cx="81381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3467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제안 · 청약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874520" y="33467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문구 · 자료를 별도 정리, 18단계 화면 이동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193792" y="3346704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3467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· 제안서 · 컨텐츠를 카톡으로, 청약은 [다음 행동]으로 직행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신인 온보딩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874520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316개 위치 개별 학습, 관리자 도제식 전파에 의존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193792" y="3749040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첫날부터 대문 카드로 시작. 배울 것은 "카드 누르기" 하나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4133088"/>
            <a:ext cx="8138160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151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기능 · 컨텐츠 정착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874520" y="41513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어딘가에 한 줄 추가 → 초기 관심 후 사장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193792" y="4151376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349240" y="41513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진입 체계에 편입되어 만들면 곧 도달 · 활용 측정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- 11 -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Ⅳ. 기대효과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업무는 짧아지고, 컨텐츠는 쓰이고, 영업은 늘어납니다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목표는 파일럿 실측으로 검증하고, 영업 성과 근거는 이미 확보된 MeAI 효과 분석(2026.08)을 사용합니다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효율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6회 → 1회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업무 화면 이동</a:t>
            </a:r>
            <a:endParaRPr lang="en-US" sz="83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243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3회 → 0회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6243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고객정보 재입력</a:t>
            </a:r>
            <a:endParaRPr lang="en-US" sz="83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28269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→ 1개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2826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1명 파악 화면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3246120" y="15087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2900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성과 (근거 확보)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9659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체결전환율 12.7% → 35.4%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6243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6243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FP 고객 비교 9.0% → 36.0%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28269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7% 미만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32826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보유고객 영업 시도율(현행) → 대문 추천으로 확대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989320" y="150876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172200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컨텐츠 고정비 효율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19659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구매 없이 활용률 제고</a:t>
            </a:r>
            <a:endParaRPr lang="en-US" sz="83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6243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6243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컨텐츠별 발송 · 전환 측정 지표</a:t>
            </a:r>
            <a:endParaRPr lang="en-US" sz="83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28269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32826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차년도 컨텐츠 예산 편성 자료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 효과  </a:t>
            </a:r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신인 조기 전력화 · 고연령 영업가족 디지털 피로 감소 · 데이터 기반 제안 문화 정착 · 신규 투자(기능 · 컨텐츠)의 정착률 개선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66344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업무 효율 수치는 개편 계획안 목표치(대표 시나리오 기준), 영업 성과는 데이터분석팀 MeAI 효과 분석(2026.03~07 체결 236,971건) 기준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- 12 -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Ⅴ. 추진 계획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대문 오픈을 1단계로, 세 단계 점진 추진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8138160" cy="310896"/>
          </a:xfrm>
          <a:prstGeom prst="roundRect">
            <a:avLst>
              <a:gd name="adj" fmla="val 1764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332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빅뱅 전환이 아닙니다. 각 단계는 현장 파일럿으로 검증한 뒤 확산하고, 전환 기간 중 신 · 구 경로를 병행합니다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420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642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· 2026.10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 오픈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317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 · 고객찾기 그룹 · 게시판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71576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첫 화면을 대문으로 지정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99816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30998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컨텐츠 자산 전수 인벤토리 · 태그 매핑 착수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검증: 대문 진입률 · 추천 고객 접촉률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46120" y="150876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166420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16642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· 2026.4Q ~ 2027.1Q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컨텐츠 결합 · 다음 행동 직행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23317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630168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카드에 "함께 보낼 자료" 결합 · 카톡 발송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271576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630168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[다음 행동] → 보장분석 · 설계 · 동의 · 컨텐츠 직행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099816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630168" y="30998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통합검색(옛 명칭 별칭) · 간단/상세 모드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29000" y="365760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044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검증: 컨텐츠 발송률 · 화면 이동 횟수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5852160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989320" y="150876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1664208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16642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· 2027 상반기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360° · 상시 패널 · 모바일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233172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373368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360° 1차(조회 전용) → 실행 연결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2715768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373368" y="2715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상시 패널 · 권한 단계적 확대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3099816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373368" y="30998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동일 카드 구조 적용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365760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6364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검증: 고객 360° 이용률 · 모바일 완결 비중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452628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2 · 3단계 일정과 소요 자원은 전산 협의 후 별도 보고 · 컨텐츠 인벤토리는 승인 즉시 TF 자체 착수 가능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- 13 -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Ⅵ. 의사결정 요청 사항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승인해 주시면, 컨텐츠 인벤토리부터 즉시 착수하겠습니다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사항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794760" y="10972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097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0972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2F7FF"/>
          </a:solidFill>
          <a:ln w="9525">
            <a:solidFill>
              <a:srgbClr val="F2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7276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72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417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대문을 영업포탈 공식 첫 화면으로 지정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14173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오픈과 함께 영업포탈 로그인 후 첫 화면을 대문으로. 기존 메뉴는 상세 모드로 병행 유지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4173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세일즈혁신TF · 전산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14173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0574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21284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057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컨텐츠 자산 전수 인벤토리 및 태그 매핑 착수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20574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구매 · 자체 제작 컨텐츠 · 교육자료 전수 조사, 추천 이유 태그와 매핑. 구매 비용 · 활용 현황 함께 산정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0574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세일즈혁신TF · 영업교육 · 마케팅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20574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 ~ 11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69748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2852928"/>
            <a:ext cx="256032" cy="256032"/>
          </a:xfrm>
          <a:prstGeom prst="ellipse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2697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360° 1차(조회 전용) 전산 자원 배정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26974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항목 · 원천 시스템 조회 범위 확정 후 개발. 원천 시스템 수정 없는 Read-only 범위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26974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 · 세일즈혁신TF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269748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2027.1Q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33756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493008"/>
            <a:ext cx="256032" cy="256032"/>
          </a:xfrm>
          <a:prstGeom prst="ellipse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3337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권한 전 영업가족 확대 정책 검토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794760" y="33375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미보유자 규칙 기반 대체 표시와 병행. 효과 분석상 기존 FP에서 격차가 가장 크므로(3.9배) 우선 확대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33375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AI추진파트 · 영업지원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909560" y="33375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2026.4Q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4069080"/>
            <a:ext cx="8138160" cy="621792"/>
          </a:xfrm>
          <a:prstGeom prst="roundRect">
            <a:avLst>
              <a:gd name="adj" fmla="val 14706"/>
            </a:avLst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406908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"전산을 더 만드는 것이 아니라, 이미 만든 전산과 이미 사온 컨텐츠가 영업에 쓰이게 하겠습니다."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 |  세일즈혁신TF · MeAI CRM 대문 고도화 제안(안)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955280" y="4828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- 14 -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CRM 대문 고도화 제안(안)</dc:title>
  <dc:subject>PptxGenJS Presentation</dc:subject>
  <dc:creator>메리츠화재 세일즈혁신TF</dc:creator>
  <cp:lastModifiedBy>메리츠화재 세일즈혁신TF</cp:lastModifiedBy>
  <cp:revision>1</cp:revision>
  <dcterms:created xsi:type="dcterms:W3CDTF">2026-09-18T04:22:42Z</dcterms:created>
  <dcterms:modified xsi:type="dcterms:W3CDTF">2026-09-18T04:22:42Z</dcterms:modified>
</cp:coreProperties>
</file>