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v3는 10월 MeAI 대문(CRM) 오픈에 맞춘 판입니다. PART 3 화면은 가안이라 오픈 시 달라질 수 있음을 먼저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대상별 진입 파트. 영업가족은 1·2·4→5·6·7, 관리자는 1·9 순서로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첫 장. "이미 91%가 써봤다"에서 시작해 "다시 켜기"로 대화를 열어 주세요. 출처와 기간을 함께 말해 신뢰를 확보합니다.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 병목이 설계 단계였다는 점을 강조. 현장 화법 "고객 등록하고 MeAI만 켜면 설계까지는 거의 갑니다".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 강도별 표. 예외 없이 한 방향임을 짚고, 10일 이상 구간의 숫자를 읽어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반론 3가지. 과장하지 않는 것이 신뢰를 만듭니다. "빨라진다"가 아니라 "성사된다".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 하나 더 → 2.3배. 이 가이드북의 존재 이유이자 이후 PART 5·6의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대문인가. 보유고객 영업 시도 7% 미만, 이관고객 2% 미만이라는 문제에서 시작해 5단계 흐름을 설명합니다. 가안임을 다시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대문 화면 구성 5요소. 실제 프로토타입 화면입니다. 이름을 소리 내어 읽게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추천 카드 읽는 법. 이유 문장이 곧 첫 멘트라는 점, 태그 색 6종과 동의 상태 3종을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맞춤대화로 가는 두 길. 어느 길이든 고객 타겟팅이 끝난 상태로 대화가 열린다는 점이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고객찾기 화면. 그룹 → 리스트 → 다음 행동의 3단 구조. 보장 기준 그룹과 영업 기회 그룹의 차이를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펼친 카드의 숫자 6개와 오른쪽 추천 질문. "MeAI에 이렇게 물어보세요"를 그대로 복사해 쓰는 시연을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게시판·고객 등록·동의. 사전조회 동의 필요 숫자가 곧 재취득 캠페인 목록임을 짚어 주세요. 모바일은 순차 적용.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아침 3분 루틴. 10월 이후 조회에서 반복 안내할 습관입니다.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"AI 선배" 비유를 심어두고 이후 반복 회수합니다. 실습: 각자 폰에서 일반대화 열기.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일반대화 vs 맞춤대화 구분이 뼈대. 진입 버튼(PC 대문/모바일)을 함께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3/slide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MeAI 활용 가이드북 v3 · 이미지판</dc:title>
  <dc:subject>PptxGenJS Presentation</dc:subject>
  <dc:creator>메리츠화재 세일즈혁신TF</dc:creator>
  <cp:lastModifiedBy>메리츠화재 세일즈혁신TF</cp:lastModifiedBy>
  <cp:revision>1</cp:revision>
  <dcterms:created xsi:type="dcterms:W3CDTF">2026-09-16T08:50:54Z</dcterms:created>
  <dcterms:modified xsi:type="dcterms:W3CDTF">2026-09-16T08:50:54Z</dcterms:modified>
</cp:coreProperties>
</file>