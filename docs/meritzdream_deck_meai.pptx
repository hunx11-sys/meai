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xlsb" ContentType="application/vnd.ms-excel.sheet.binary.macroEnabled.12"/>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rts/chart1.xml" ContentType="application/vnd.openxmlformats-officedocument.drawingml.chart+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charts/chart12.xml" ContentType="application/vnd.openxmlformats-officedocument.drawingml.chart+xml"/>
  <Override PartName="/ppt/charts/chart13.xml" ContentType="application/vnd.openxmlformats-officedocument.drawingml.chart+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charts/chart14.xml" ContentType="application/vnd.openxmlformats-officedocument.drawingml.chart+xml"/>
  <Override PartName="/ppt/tags/tag165.xml" ContentType="application/vnd.openxmlformats-officedocument.presentationml.tags+xml"/>
  <Override PartName="/ppt/tags/tag166.xml" ContentType="application/vnd.openxmlformats-officedocument.presentationml.tags+xml"/>
  <Override PartName="/ppt/notesSlides/notesSlide1.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charts/chart16.xml" ContentType="application/vnd.openxmlformats-officedocument.drawingml.chart+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charts/chart17.xml" ContentType="application/vnd.openxmlformats-officedocument.drawingml.chart+xml"/>
  <Override PartName="/ppt/notesSlides/notesSlide2.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charts/chart18.xml" ContentType="application/vnd.openxmlformats-officedocument.drawingml.chart+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charts/chart19.xml" ContentType="application/vnd.openxmlformats-officedocument.drawingml.chart+xml"/>
  <Override PartName="/ppt/notesSlides/notesSlide3.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charts/chart20.xml" ContentType="application/vnd.openxmlformats-officedocument.drawingml.chart+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charts/chart21.xml" ContentType="application/vnd.openxmlformats-officedocument.drawingml.chart+xml"/>
  <Override PartName="/ppt/notesSlides/notesSlide4.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charts/chart22.xml" ContentType="application/vnd.openxmlformats-officedocument.drawingml.chart+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5.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media/image18.jpg" ContentType="image/jpg"/>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media/image21.jpg" ContentType="image/jpg"/>
  <Override PartName="/ppt/media/image22.jpg" ContentType="image/jpg"/>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2.xml" ContentType="application/vnd.openxmlformats-officedocument.presentationml.slide+xml"/>
  <Override PartName="/ppt/notesSlides/notesSlide6.xml" ContentType="application/vnd.openxmlformats-officedocument.presentationml.notesSlide+xml"/>
  <Override PartName="/ppt/slides/slide43.xml" ContentType="application/vnd.openxmlformats-officedocument.presentationml.slide+xml"/>
  <Override PartName="/ppt/notesSlides/notesSlide7.xml" ContentType="application/vnd.openxmlformats-officedocument.presentationml.notesSlide+xml"/>
  <Override PartName="/ppt/slides/slide44.xml" ContentType="application/vnd.openxmlformats-officedocument.presentationml.slide+xml"/>
  <Override PartName="/ppt/notesSlides/notesSlide8.xml" ContentType="application/vnd.openxmlformats-officedocument.presentationml.notesSlide+xml"/>
  <Override PartName="/ppt/slides/slide45.xml" ContentType="application/vnd.openxmlformats-officedocument.presentationml.slide+xml"/>
  <Override PartName="/ppt/notesSlides/notesSlide9.xml" ContentType="application/vnd.openxmlformats-officedocument.presentationml.notesSlide+xml"/>
  <Override PartName="/ppt/slides/slide46.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17" r:id="rId2"/>
  </p:sldMasterIdLst>
  <p:notesMasterIdLst>
    <p:notesMasterId r:id="rId44"/>
  </p:notesMasterIdLst>
  <p:sldIdLst>
    <p:sldId id="3260" r:id="rId3"/>
    <p:sldId id="7241" r:id="rId4"/>
    <p:sldId id="4372" r:id="rId5"/>
    <p:sldId id="260" r:id="rId6"/>
    <p:sldId id="7250" r:id="rId7"/>
    <p:sldId id="7257" r:id="rId8"/>
    <p:sldId id="7235" r:id="rId9"/>
    <p:sldId id="7232" r:id="rId10"/>
    <p:sldId id="4377" r:id="rId11"/>
    <p:sldId id="7230" r:id="rId12"/>
    <p:sldId id="7243" r:id="rId13"/>
    <p:sldId id="4367" r:id="rId14"/>
    <p:sldId id="7245" r:id="rId15"/>
    <p:sldId id="7270" r:id="rId50"/>
    <p:sldId id="7271" r:id="rId51"/>
    <p:sldId id="7272" r:id="rId52"/>
    <p:sldId id="7273" r:id="rId53"/>
    <p:sldId id="7274" r:id="rId54"/>
    <p:sldId id="7268" r:id="rId22"/>
    <p:sldId id="7266" r:id="rId23"/>
    <p:sldId id="7262" r:id="rId24"/>
    <p:sldId id="7264" r:id="rId25"/>
    <p:sldId id="262" r:id="rId26"/>
    <p:sldId id="7261" r:id="rId27"/>
    <p:sldId id="7265" r:id="rId28"/>
    <p:sldId id="259" r:id="rId29"/>
    <p:sldId id="7234" r:id="rId30"/>
    <p:sldId id="7263" r:id="rId31"/>
    <p:sldId id="258" r:id="rId32"/>
    <p:sldId id="7233" r:id="rId33"/>
    <p:sldId id="7260" r:id="rId34"/>
    <p:sldId id="7255" r:id="rId35"/>
    <p:sldId id="7242" r:id="rId36"/>
    <p:sldId id="7236" r:id="rId37"/>
    <p:sldId id="7237" r:id="rId38"/>
    <p:sldId id="266" r:id="rId39"/>
    <p:sldId id="7249" r:id="rId40"/>
    <p:sldId id="4384" r:id="rId41"/>
    <p:sldId id="7239" r:id="rId42"/>
    <p:sldId id="7240" r:id="rId43"/>
  </p:sldIdLst>
  <p:sldSz cx="9144000" cy="5143500" type="screen16x9"/>
  <p:notesSz cx="6735763" cy="9866313"/>
  <p:custDataLst>
    <p:tags r:id="rId45"/>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orient="horz" pos="169" userDrawn="1">
          <p15:clr>
            <a:srgbClr val="A4A3A4"/>
          </p15:clr>
        </p15:guide>
        <p15:guide id="3" orient="horz" pos="259" userDrawn="1">
          <p15:clr>
            <a:srgbClr val="A4A3A4"/>
          </p15:clr>
        </p15:guide>
        <p15:guide id="4" orient="horz" pos="78" userDrawn="1">
          <p15:clr>
            <a:srgbClr val="A4A3A4"/>
          </p15:clr>
        </p15:guide>
        <p15:guide id="6" orient="horz" pos="2096" userDrawn="1">
          <p15:clr>
            <a:srgbClr val="A4A3A4"/>
          </p15:clr>
        </p15:guide>
        <p15:guide id="7" orient="horz" pos="191" userDrawn="1">
          <p15:clr>
            <a:srgbClr val="A4A3A4"/>
          </p15:clr>
        </p15:guide>
        <p15:guide id="10" pos="1587" userDrawn="1">
          <p15:clr>
            <a:srgbClr val="A4A3A4"/>
          </p15:clr>
        </p15:guide>
        <p15:guide id="11" pos="1406" userDrawn="1">
          <p15:clr>
            <a:srgbClr val="A4A3A4"/>
          </p15:clr>
        </p15:guide>
        <p15:guide id="12" pos="4059" userDrawn="1">
          <p15:clr>
            <a:srgbClr val="A4A3A4"/>
          </p15:clr>
        </p15:guide>
        <p15:guide id="13" pos="1655" userDrawn="1">
          <p15:clr>
            <a:srgbClr val="A4A3A4"/>
          </p15:clr>
        </p15:guide>
        <p15:guide id="14" pos="2857" userDrawn="1">
          <p15:clr>
            <a:srgbClr val="A4A3A4"/>
          </p15:clr>
        </p15:guide>
        <p15:guide id="15" pos="22" userDrawn="1">
          <p15:clr>
            <a:srgbClr val="A4A3A4"/>
          </p15:clr>
        </p15:guide>
        <p15:guide id="18" pos="181" userDrawn="1">
          <p15:clr>
            <a:srgbClr val="A4A3A4"/>
          </p15:clr>
        </p15:guide>
        <p15:guide id="19" pos="5624" userDrawn="1">
          <p15:clr>
            <a:srgbClr val="A4A3A4"/>
          </p15:clr>
        </p15:guide>
        <p15:guide id="21" pos="5488" userDrawn="1">
          <p15:clr>
            <a:srgbClr val="A4A3A4"/>
          </p15:clr>
        </p15:guide>
        <p15:guide id="22" orient="horz" pos="1620" userDrawn="1">
          <p15:clr>
            <a:srgbClr val="A4A3A4"/>
          </p15:clr>
        </p15:guide>
        <p15:guide id="24" orient="horz" pos="2663" userDrawn="1">
          <p15:clr>
            <a:srgbClr val="A4A3A4"/>
          </p15:clr>
        </p15:guide>
        <p15:guide id="26" orient="horz" pos="713" userDrawn="1">
          <p15:clr>
            <a:srgbClr val="A4A3A4"/>
          </p15:clr>
        </p15:guide>
        <p15:guide id="27" orient="horz" pos="1144" userDrawn="1">
          <p15:clr>
            <a:srgbClr val="A4A3A4"/>
          </p15:clr>
        </p15:guide>
        <p15:guide id="28" orient="horz" pos="3162"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C000"/>
    <a:srgbClr val="9B1717"/>
    <a:srgbClr val="AEAFC3"/>
    <a:srgbClr val="FFFFCC"/>
    <a:srgbClr val="778242"/>
    <a:srgbClr val="CECED9"/>
    <a:srgbClr val="EFEEEC"/>
    <a:srgbClr val="FBE9E9"/>
    <a:srgbClr val="443A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95602" autoAdjust="0"/>
  </p:normalViewPr>
  <p:slideViewPr>
    <p:cSldViewPr snapToObjects="1" showGuides="1">
      <p:cViewPr varScale="1">
        <p:scale>
          <a:sx n="146" d="100"/>
          <a:sy n="146" d="100"/>
        </p:scale>
        <p:origin x="192" y="120"/>
      </p:cViewPr>
      <p:guideLst>
        <p:guide orient="horz"/>
        <p:guide orient="horz" pos="169"/>
        <p:guide orient="horz" pos="259"/>
        <p:guide orient="horz" pos="78"/>
        <p:guide orient="horz" pos="2096"/>
        <p:guide orient="horz" pos="191"/>
        <p:guide pos="1587"/>
        <p:guide pos="1406"/>
        <p:guide pos="4059"/>
        <p:guide pos="1655"/>
        <p:guide pos="2857"/>
        <p:guide pos="22"/>
        <p:guide pos="181"/>
        <p:guide pos="5624"/>
        <p:guide pos="5488"/>
        <p:guide orient="horz" pos="1620"/>
        <p:guide orient="horz" pos="2663"/>
        <p:guide orient="horz" pos="713"/>
        <p:guide orient="horz" pos="1144"/>
        <p:guide orient="horz" pos="3162"/>
      </p:guideLst>
    </p:cSldViewPr>
  </p:slideViewPr>
  <p:outlineViewPr>
    <p:cViewPr>
      <p:scale>
        <a:sx n="20" d="100"/>
        <a:sy n="20" d="100"/>
      </p:scale>
      <p:origin x="0" y="0"/>
    </p:cViewPr>
  </p:outlineViewPr>
  <p:notesTextViewPr>
    <p:cViewPr>
      <p:scale>
        <a:sx n="1" d="1"/>
        <a:sy n="1" d="1"/>
      </p:scale>
      <p:origin x="0" y="0"/>
    </p:cViewPr>
  </p:notesTextViewPr>
  <p:sorterViewPr>
    <p:cViewPr>
      <p:scale>
        <a:sx n="33" d="100"/>
        <a:sy n="33" d="100"/>
      </p:scale>
      <p:origin x="0" y="0"/>
    </p:cViewPr>
  </p:sorterViewPr>
  <p:notesViewPr>
    <p:cSldViewPr snapToObjects="1" showGuides="1">
      <p:cViewPr varScale="1">
        <p:scale>
          <a:sx n="83" d="100"/>
          <a:sy n="83" d="100"/>
        </p:scale>
        <p:origin x="-1638" y="-78"/>
      </p:cViewPr>
      <p:guideLst>
        <p:guide orient="horz" pos="3108"/>
        <p:guide pos="2122"/>
      </p:guideLst>
    </p:cSldViewPr>
  </p:notesViewPr>
  <p:gridSpacing cx="36004" cy="36004"/>
</p:viewPr>
</file>

<file path=ppt/_rels/presentation.xml.rels><?xml version="1.0" encoding="utf-8"?><Relationships xmlns="http://schemas.openxmlformats.org/package/2006/relationships"><Relationship Id="rId13" Type="http://schemas.openxmlformats.org/officeDocument/2006/relationships/slide" Target="slides/slide11.xml"/><Relationship Id="rId26" Type="http://schemas.openxmlformats.org/officeDocument/2006/relationships/slide" Target="slides/slide24.xml"/><Relationship Id="rId39" Type="http://schemas.openxmlformats.org/officeDocument/2006/relationships/slide" Target="slides/slide37.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  <Relationship Id="rId50" Type="http://schemas.openxmlformats.org/officeDocument/2006/relationships/slide" Target="slides/slide42.xml"/>
  <Relationship Id="rId51" Type="http://schemas.openxmlformats.org/officeDocument/2006/relationships/slide" Target="slides/slide43.xml"/>
  <Relationship Id="rId52" Type="http://schemas.openxmlformats.org/officeDocument/2006/relationships/slide" Target="slides/slide44.xml"/>
  <Relationship Id="rId53" Type="http://schemas.openxmlformats.org/officeDocument/2006/relationships/slide" Target="slides/slide45.xml"/>
  <Relationship Id="rId54" Type="http://schemas.openxmlformats.org/officeDocument/2006/relationships/slide" Target="slides/slide46.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_Worksheet12.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_Worksheet13.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_Worksheet15.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_Worksheet17.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Binary_Worksheet19.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_Worksheet20.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Binary_Worksheet2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806182702327197E-2"/>
          <c:y val="3.3832140533506833E-2"/>
          <c:w val="0.96387634595345606"/>
          <c:h val="0.93233571893298639"/>
        </c:manualLayout>
      </c:layout>
      <c:lineChart>
        <c:grouping val="standard"/>
        <c:varyColors val="0"/>
        <c:ser>
          <c:idx val="0"/>
          <c:order val="0"/>
          <c:spPr>
            <a:ln w="38100" algn="ctr">
              <a:solidFill>
                <a:srgbClr val="FFC000"/>
              </a:solidFill>
              <a:prstDash val="solid"/>
            </a:ln>
          </c:spPr>
          <c:marker>
            <c:symbol val="none"/>
          </c:marker>
          <c:dLbls>
            <c:dLbl>
              <c:idx val="0"/>
              <c:layout>
                <c:manualLayout>
                  <c:x val="2.327196943383119E-2"/>
                  <c:y val="-6.7664281067013665E-2"/>
                </c:manualLayout>
              </c:layout>
              <c:numFmt formatCode="#,##0.0;&quot;-&quot;#,##0.0" sourceLinked="0"/>
              <c:spPr>
                <a:noFill/>
                <a:ln>
                  <a:noFill/>
                </a:ln>
              </c:spPr>
              <c:txPr>
                <a:bodyPr wrap="none"/>
                <a:lstStyle/>
                <a:p>
                  <a:pPr>
                    <a:defRPr sz="1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699-4E8C-9060-669CEF32D4FA}"/>
                </c:ext>
              </c:extLst>
            </c:dLbl>
            <c:dLbl>
              <c:idx val="1"/>
              <c:layout>
                <c:manualLayout>
                  <c:x val="0"/>
                  <c:y val="-6.7664281067013665E-2"/>
                </c:manualLayout>
              </c:layout>
              <c:numFmt formatCode="#,##0.0;&quot;-&quot;#,##0.0" sourceLinked="0"/>
              <c:spPr>
                <a:noFill/>
                <a:ln>
                  <a:noFill/>
                </a:ln>
              </c:spPr>
              <c:txPr>
                <a:bodyPr wrap="none"/>
                <a:lstStyle/>
                <a:p>
                  <a:pPr>
                    <a:defRPr sz="1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699-4E8C-9060-669CEF32D4FA}"/>
                </c:ext>
              </c:extLst>
            </c:dLbl>
            <c:dLbl>
              <c:idx val="2"/>
              <c:layout>
                <c:manualLayout>
                  <c:x val="0"/>
                  <c:y val="-6.7664281067013665E-2"/>
                </c:manualLayout>
              </c:layout>
              <c:numFmt formatCode="#,##0.0;&quot;-&quot;#,##0.0" sourceLinked="0"/>
              <c:spPr>
                <a:noFill/>
                <a:ln>
                  <a:noFill/>
                </a:ln>
              </c:spPr>
              <c:txPr>
                <a:bodyPr wrap="none"/>
                <a:lstStyle/>
                <a:p>
                  <a:pPr>
                    <a:defRPr sz="1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699-4E8C-9060-669CEF32D4FA}"/>
                </c:ext>
              </c:extLst>
            </c:dLbl>
            <c:dLbl>
              <c:idx val="3"/>
              <c:layout>
                <c:manualLayout>
                  <c:x val="0"/>
                  <c:y val="-6.7664281067013665E-2"/>
                </c:manualLayout>
              </c:layout>
              <c:numFmt formatCode="#,##0.0;&quot;-&quot;#,##0.0" sourceLinked="0"/>
              <c:spPr>
                <a:noFill/>
                <a:ln>
                  <a:noFill/>
                </a:ln>
              </c:spPr>
              <c:txPr>
                <a:bodyPr wrap="none"/>
                <a:lstStyle/>
                <a:p>
                  <a:pPr>
                    <a:defRPr sz="1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699-4E8C-9060-669CEF32D4FA}"/>
                </c:ext>
              </c:extLst>
            </c:dLbl>
            <c:dLbl>
              <c:idx val="4"/>
              <c:layout>
                <c:manualLayout>
                  <c:x val="-2.327196943383119E-2"/>
                  <c:y val="-6.7664281067013665E-2"/>
                </c:manualLayout>
              </c:layout>
              <c:numFmt formatCode="#,##0.0;&quot;-&quot;#,##0.0" sourceLinked="0"/>
              <c:spPr>
                <a:noFill/>
                <a:ln>
                  <a:noFill/>
                </a:ln>
              </c:spPr>
              <c:txPr>
                <a:bodyPr wrap="none"/>
                <a:lstStyle/>
                <a:p>
                  <a:pPr>
                    <a:defRPr sz="1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699-4E8C-9060-669CEF32D4F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28.989421089351854</c:v>
                </c:pt>
                <c:pt idx="1">
                  <c:v>28.989361774722212</c:v>
                </c:pt>
                <c:pt idx="2">
                  <c:v>29.438164162314806</c:v>
                </c:pt>
                <c:pt idx="3">
                  <c:v>30.532637456481481</c:v>
                </c:pt>
                <c:pt idx="4">
                  <c:v>31.946222222222222</c:v>
                </c:pt>
              </c:numCache>
            </c:numRef>
          </c:val>
          <c:smooth val="0"/>
          <c:extLst>
            <c:ext xmlns:c16="http://schemas.microsoft.com/office/drawing/2014/chart" uri="{C3380CC4-5D6E-409C-BE32-E72D297353CC}">
              <c16:uniqueId val="{00000005-F699-4E8C-9060-669CEF32D4FA}"/>
            </c:ext>
          </c:extLst>
        </c:ser>
        <c:dLbls>
          <c:showLegendKey val="0"/>
          <c:showVal val="0"/>
          <c:showCatName val="0"/>
          <c:showSerName val="0"/>
          <c:showPercent val="0"/>
          <c:showBubbleSize val="0"/>
        </c:dLbls>
        <c:marker val="1"/>
        <c:smooth val="0"/>
        <c:axId val="1691928624"/>
        <c:axId val="1"/>
      </c:lineChart>
      <c:lineChart>
        <c:grouping val="standard"/>
        <c:varyColors val="0"/>
        <c:ser>
          <c:idx val="1"/>
          <c:order val="1"/>
          <c:spPr>
            <a:ln w="19050" algn="ctr">
              <a:solidFill>
                <a:schemeClr val="accent2"/>
              </a:solidFill>
              <a:prstDash val="solid"/>
            </a:ln>
          </c:spPr>
          <c:marker>
            <c:symbol val="none"/>
          </c:marker>
          <c:dLbls>
            <c:dLbl>
              <c:idx val="1"/>
              <c:layout>
                <c:manualLayout>
                  <c:x val="0"/>
                  <c:y val="-6.7664281067013665E-2"/>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699-4E8C-9060-669CEF32D4FA}"/>
                </c:ext>
              </c:extLst>
            </c:dLbl>
            <c:dLbl>
              <c:idx val="2"/>
              <c:layout>
                <c:manualLayout>
                  <c:x val="0"/>
                  <c:y val="-6.7664281067013665E-2"/>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699-4E8C-9060-669CEF32D4FA}"/>
                </c:ext>
              </c:extLst>
            </c:dLbl>
            <c:dLbl>
              <c:idx val="3"/>
              <c:layout>
                <c:manualLayout>
                  <c:x val="0"/>
                  <c:y val="-6.7664281067013665E-2"/>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F699-4E8C-9060-669CEF32D4F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227.69007650409984</c:v>
                </c:pt>
                <c:pt idx="1">
                  <c:v>257.7304020760796</c:v>
                </c:pt>
                <c:pt idx="2">
                  <c:v>263.56926059436711</c:v>
                </c:pt>
                <c:pt idx="3">
                  <c:v>260.17025455936431</c:v>
                </c:pt>
                <c:pt idx="4">
                  <c:v>224.45888659793815</c:v>
                </c:pt>
              </c:numCache>
            </c:numRef>
          </c:val>
          <c:smooth val="0"/>
          <c:extLst>
            <c:ext xmlns:c16="http://schemas.microsoft.com/office/drawing/2014/chart" uri="{C3380CC4-5D6E-409C-BE32-E72D297353CC}">
              <c16:uniqueId val="{00000009-F699-4E8C-9060-669CEF32D4FA}"/>
            </c:ext>
          </c:extLst>
        </c:ser>
        <c:dLbls>
          <c:showLegendKey val="0"/>
          <c:showVal val="0"/>
          <c:showCatName val="0"/>
          <c:showSerName val="0"/>
          <c:showPercent val="0"/>
          <c:showBubbleSize val="0"/>
        </c:dLbls>
        <c:marker val="1"/>
        <c:smooth val="0"/>
        <c:axId val="3"/>
        <c:axId val="2"/>
      </c:lineChart>
      <c:catAx>
        <c:axId val="1691928624"/>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44"/>
          <c:min val="28"/>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691928624"/>
        <c:crosses val="min"/>
        <c:crossBetween val="midCat"/>
        <c:majorUnit val="2"/>
      </c:valAx>
      <c:valAx>
        <c:axId val="2"/>
        <c:scaling>
          <c:orientation val="minMax"/>
          <c:max val="300"/>
          <c:min val="50"/>
        </c:scaling>
        <c:delete val="0"/>
        <c:axPos val="r"/>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3"/>
        <c:crosses val="max"/>
        <c:crossBetween val="midCat"/>
        <c:majorUnit val="50"/>
      </c:valAx>
      <c:catAx>
        <c:axId val="3"/>
        <c:scaling>
          <c:orientation val="minMax"/>
        </c:scaling>
        <c:delete val="1"/>
        <c:axPos val="b"/>
        <c:majorTickMark val="out"/>
        <c:minorTickMark val="none"/>
        <c:tickLblPos val="nextTo"/>
        <c:crossAx val="2"/>
        <c:crosses val="min"/>
        <c:auto val="0"/>
        <c:lblAlgn val="ctr"/>
        <c:lblOffset val="100"/>
        <c:noMultiLvlLbl val="0"/>
      </c:cat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24A6-458D-BA71-FAF61D25D0C5}"/>
              </c:ext>
            </c:extLst>
          </c:dPt>
          <c:dLbls>
            <c:dLbl>
              <c:idx val="0"/>
              <c:layout>
                <c:manualLayout>
                  <c:x val="0"/>
                  <c:y val="-0.35154241645244216"/>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4A6-458D-BA71-FAF61D25D0C5}"/>
                </c:ext>
              </c:extLst>
            </c:dLbl>
            <c:dLbl>
              <c:idx val="1"/>
              <c:layout>
                <c:manualLayout>
                  <c:x val="0"/>
                  <c:y val="-0.28598971722365041"/>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4A6-458D-BA71-FAF61D25D0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63.89</c:v>
                </c:pt>
                <c:pt idx="1">
                  <c:v>49.78</c:v>
                </c:pt>
              </c:numCache>
            </c:numRef>
          </c:val>
          <c:extLst>
            <c:ext xmlns:c16="http://schemas.microsoft.com/office/drawing/2014/chart" uri="{C3380CC4-5D6E-409C-BE32-E72D297353CC}">
              <c16:uniqueId val="{00000002-24A6-458D-BA71-FAF61D25D0C5}"/>
            </c:ext>
          </c:extLst>
        </c:ser>
        <c:dLbls>
          <c:showLegendKey val="0"/>
          <c:showVal val="0"/>
          <c:showCatName val="0"/>
          <c:showSerName val="0"/>
          <c:showPercent val="0"/>
          <c:showBubbleSize val="0"/>
        </c:dLbls>
        <c:gapWidth val="80"/>
        <c:overlap val="100"/>
        <c:axId val="163530383"/>
        <c:axId val="1"/>
      </c:barChart>
      <c:catAx>
        <c:axId val="163530383"/>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63530383"/>
        <c:crosses val="min"/>
        <c:crossBetween val="between"/>
        <c:majorUnit val="2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1041-4082-87FB-6A9E62C314DE}"/>
              </c:ext>
            </c:extLst>
          </c:dPt>
          <c:dLbls>
            <c:dLbl>
              <c:idx val="0"/>
              <c:layout>
                <c:manualLayout>
                  <c:x val="0"/>
                  <c:y val="-0.28920308483290491"/>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041-4082-87FB-6A9E62C314DE}"/>
                </c:ext>
              </c:extLst>
            </c:dLbl>
            <c:dLbl>
              <c:idx val="1"/>
              <c:layout>
                <c:manualLayout>
                  <c:x val="0"/>
                  <c:y val="-0.22750642673521851"/>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041-4082-87FB-6A9E62C314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45.21</c:v>
                </c:pt>
                <c:pt idx="1">
                  <c:v>39.93</c:v>
                </c:pt>
              </c:numCache>
            </c:numRef>
          </c:val>
          <c:extLst>
            <c:ext xmlns:c16="http://schemas.microsoft.com/office/drawing/2014/chart" uri="{C3380CC4-5D6E-409C-BE32-E72D297353CC}">
              <c16:uniqueId val="{00000002-1041-4082-87FB-6A9E62C314DE}"/>
            </c:ext>
          </c:extLst>
        </c:ser>
        <c:dLbls>
          <c:showLegendKey val="0"/>
          <c:showVal val="0"/>
          <c:showCatName val="0"/>
          <c:showSerName val="0"/>
          <c:showPercent val="0"/>
          <c:showBubbleSize val="0"/>
        </c:dLbls>
        <c:gapWidth val="80"/>
        <c:overlap val="100"/>
        <c:axId val="521766160"/>
        <c:axId val="1"/>
      </c:barChart>
      <c:catAx>
        <c:axId val="52176616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65"/>
          <c:min val="25"/>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521766160"/>
        <c:crosses val="min"/>
        <c:crossBetween val="between"/>
        <c:majorUnit val="5"/>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5908-4F07-8FF8-40CD15C41566}"/>
              </c:ext>
            </c:extLst>
          </c:dPt>
          <c:dLbls>
            <c:dLbl>
              <c:idx val="0"/>
              <c:layout>
                <c:manualLayout>
                  <c:x val="0"/>
                  <c:y val="-0.20372750642673521"/>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908-4F07-8FF8-40CD15C41566}"/>
                </c:ext>
              </c:extLst>
            </c:dLbl>
            <c:dLbl>
              <c:idx val="1"/>
              <c:layout>
                <c:manualLayout>
                  <c:x val="0"/>
                  <c:y val="-0.18123393316195371"/>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908-4F07-8FF8-40CD15C4156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32.22</c:v>
                </c:pt>
                <c:pt idx="1">
                  <c:v>27.48</c:v>
                </c:pt>
              </c:numCache>
            </c:numRef>
          </c:val>
          <c:extLst>
            <c:ext xmlns:c16="http://schemas.microsoft.com/office/drawing/2014/chart" uri="{C3380CC4-5D6E-409C-BE32-E72D297353CC}">
              <c16:uniqueId val="{00000002-5908-4F07-8FF8-40CD15C41566}"/>
            </c:ext>
          </c:extLst>
        </c:ser>
        <c:dLbls>
          <c:showLegendKey val="0"/>
          <c:showVal val="0"/>
          <c:showCatName val="0"/>
          <c:showSerName val="0"/>
          <c:showPercent val="0"/>
          <c:showBubbleSize val="0"/>
        </c:dLbls>
        <c:gapWidth val="80"/>
        <c:overlap val="100"/>
        <c:axId val="451827600"/>
        <c:axId val="1"/>
      </c:barChart>
      <c:catAx>
        <c:axId val="45182760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451827600"/>
        <c:crosses val="min"/>
        <c:crossBetween val="between"/>
        <c:majorUnit val="2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301F-4BEC-AB1B-AA3FE9A3B36F}"/>
              </c:ext>
            </c:extLst>
          </c:dPt>
          <c:dLbls>
            <c:dLbl>
              <c:idx val="0"/>
              <c:layout>
                <c:manualLayout>
                  <c:x val="0"/>
                  <c:y val="-0.17994858611825193"/>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01F-4BEC-AB1B-AA3FE9A3B36F}"/>
                </c:ext>
              </c:extLst>
            </c:dLbl>
            <c:dLbl>
              <c:idx val="1"/>
              <c:layout>
                <c:manualLayout>
                  <c:x val="0"/>
                  <c:y val="-0.15295629820051415"/>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01F-4BEC-AB1B-AA3FE9A3B3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28.97</c:v>
                </c:pt>
                <c:pt idx="1">
                  <c:v>24.95</c:v>
                </c:pt>
              </c:numCache>
            </c:numRef>
          </c:val>
          <c:extLst>
            <c:ext xmlns:c16="http://schemas.microsoft.com/office/drawing/2014/chart" uri="{C3380CC4-5D6E-409C-BE32-E72D297353CC}">
              <c16:uniqueId val="{00000002-301F-4BEC-AB1B-AA3FE9A3B36F}"/>
            </c:ext>
          </c:extLst>
        </c:ser>
        <c:dLbls>
          <c:showLegendKey val="0"/>
          <c:showVal val="0"/>
          <c:showCatName val="0"/>
          <c:showSerName val="0"/>
          <c:showPercent val="0"/>
          <c:showBubbleSize val="0"/>
        </c:dLbls>
        <c:gapWidth val="80"/>
        <c:overlap val="100"/>
        <c:axId val="517972528"/>
        <c:axId val="1"/>
      </c:barChart>
      <c:catAx>
        <c:axId val="51797252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80"/>
          <c:min val="1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517972528"/>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1EBF-415B-89CE-DB2BF34A9C53}"/>
              </c:ext>
            </c:extLst>
          </c:dPt>
          <c:dLbls>
            <c:dLbl>
              <c:idx val="0"/>
              <c:layout>
                <c:manualLayout>
                  <c:x val="0"/>
                  <c:y val="-0.13239074550128535"/>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EBF-415B-89CE-DB2BF34A9C53}"/>
                </c:ext>
              </c:extLst>
            </c:dLbl>
            <c:dLbl>
              <c:idx val="1"/>
              <c:layout>
                <c:manualLayout>
                  <c:x val="0"/>
                  <c:y val="-0.13046272493573266"/>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EBF-415B-89CE-DB2BF34A9C5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21.85</c:v>
                </c:pt>
                <c:pt idx="1">
                  <c:v>21.56</c:v>
                </c:pt>
              </c:numCache>
            </c:numRef>
          </c:val>
          <c:extLst>
            <c:ext xmlns:c16="http://schemas.microsoft.com/office/drawing/2014/chart" uri="{C3380CC4-5D6E-409C-BE32-E72D297353CC}">
              <c16:uniqueId val="{00000002-1EBF-415B-89CE-DB2BF34A9C53}"/>
            </c:ext>
          </c:extLst>
        </c:ser>
        <c:dLbls>
          <c:showLegendKey val="0"/>
          <c:showVal val="0"/>
          <c:showCatName val="0"/>
          <c:showSerName val="0"/>
          <c:showPercent val="0"/>
          <c:showBubbleSize val="0"/>
        </c:dLbls>
        <c:gapWidth val="80"/>
        <c:overlap val="100"/>
        <c:axId val="1810829903"/>
        <c:axId val="1"/>
      </c:barChart>
      <c:catAx>
        <c:axId val="1810829903"/>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80"/>
          <c:min val="1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810829903"/>
        <c:crosses val="min"/>
        <c:crossBetween val="between"/>
        <c:majorUnit val="1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A055-4459-9521-A53944C88D8E}"/>
              </c:ext>
            </c:extLst>
          </c:dPt>
          <c:dLbls>
            <c:dLbl>
              <c:idx val="0"/>
              <c:layout>
                <c:manualLayout>
                  <c:x val="0"/>
                  <c:y val="-0.29884318766066836"/>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055-4459-9521-A53944C88D8E}"/>
                </c:ext>
              </c:extLst>
            </c:dLbl>
            <c:dLbl>
              <c:idx val="1"/>
              <c:layout>
                <c:manualLayout>
                  <c:x val="0"/>
                  <c:y val="-0.35604113110539848"/>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055-4459-9521-A53944C88D8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13.16</c:v>
                </c:pt>
                <c:pt idx="1">
                  <c:v>16.22</c:v>
                </c:pt>
              </c:numCache>
            </c:numRef>
          </c:val>
          <c:extLst>
            <c:ext xmlns:c16="http://schemas.microsoft.com/office/drawing/2014/chart" uri="{C3380CC4-5D6E-409C-BE32-E72D297353CC}">
              <c16:uniqueId val="{00000002-A055-4459-9521-A53944C88D8E}"/>
            </c:ext>
          </c:extLst>
        </c:ser>
        <c:dLbls>
          <c:showLegendKey val="0"/>
          <c:showVal val="0"/>
          <c:showCatName val="0"/>
          <c:showSerName val="0"/>
          <c:showPercent val="0"/>
          <c:showBubbleSize val="0"/>
        </c:dLbls>
        <c:gapWidth val="80"/>
        <c:overlap val="100"/>
        <c:axId val="517967728"/>
        <c:axId val="1"/>
      </c:barChart>
      <c:catAx>
        <c:axId val="51796772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25"/>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517967728"/>
        <c:crosses val="min"/>
        <c:crossBetween val="between"/>
        <c:majorUnit val="5"/>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17741935483871"/>
          <c:y val="3.3419023136246784E-2"/>
          <c:w val="0.75725806451612898"/>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E856-4A1D-8ED1-F38596A8AC2F}"/>
              </c:ext>
            </c:extLst>
          </c:dPt>
          <c:dLbls>
            <c:dLbl>
              <c:idx val="0"/>
              <c:layout>
                <c:manualLayout>
                  <c:x val="0"/>
                  <c:y val="-0.2847043701799486"/>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856-4A1D-8ED1-F38596A8AC2F}"/>
                </c:ext>
              </c:extLst>
            </c:dLbl>
            <c:dLbl>
              <c:idx val="1"/>
              <c:layout>
                <c:manualLayout>
                  <c:x val="0"/>
                  <c:y val="-0.2236503856041131"/>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856-4A1D-8ED1-F38596A8AC2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9.94</c:v>
                </c:pt>
                <c:pt idx="1">
                  <c:v>8.39</c:v>
                </c:pt>
              </c:numCache>
            </c:numRef>
          </c:val>
          <c:extLst>
            <c:ext xmlns:c16="http://schemas.microsoft.com/office/drawing/2014/chart" uri="{C3380CC4-5D6E-409C-BE32-E72D297353CC}">
              <c16:uniqueId val="{00000002-E856-4A1D-8ED1-F38596A8AC2F}"/>
            </c:ext>
          </c:extLst>
        </c:ser>
        <c:dLbls>
          <c:showLegendKey val="0"/>
          <c:showVal val="0"/>
          <c:showCatName val="0"/>
          <c:showSerName val="0"/>
          <c:showPercent val="0"/>
          <c:showBubbleSize val="0"/>
        </c:dLbls>
        <c:gapWidth val="80"/>
        <c:overlap val="100"/>
        <c:axId val="1620709968"/>
        <c:axId val="1"/>
      </c:barChart>
      <c:catAx>
        <c:axId val="162070996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6"/>
          <c:min val="4"/>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620709968"/>
        <c:crosses val="min"/>
        <c:crossBetween val="between"/>
        <c:majorUnit val="2"/>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D61B-4E20-9BA6-37A6FE177C5C}"/>
              </c:ext>
            </c:extLst>
          </c:dPt>
          <c:dLbls>
            <c:dLbl>
              <c:idx val="0"/>
              <c:layout>
                <c:manualLayout>
                  <c:x val="0"/>
                  <c:y val="-0.29755784061696661"/>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61B-4E20-9BA6-37A6FE177C5C}"/>
                </c:ext>
              </c:extLst>
            </c:dLbl>
            <c:dLbl>
              <c:idx val="1"/>
              <c:layout>
                <c:manualLayout>
                  <c:x val="0"/>
                  <c:y val="-0.15295629820051415"/>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61B-4E20-9BA6-37A6FE177C5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10.27</c:v>
                </c:pt>
                <c:pt idx="1">
                  <c:v>6.56</c:v>
                </c:pt>
              </c:numCache>
            </c:numRef>
          </c:val>
          <c:extLst>
            <c:ext xmlns:c16="http://schemas.microsoft.com/office/drawing/2014/chart" uri="{C3380CC4-5D6E-409C-BE32-E72D297353CC}">
              <c16:uniqueId val="{00000002-D61B-4E20-9BA6-37A6FE177C5C}"/>
            </c:ext>
          </c:extLst>
        </c:ser>
        <c:dLbls>
          <c:showLegendKey val="0"/>
          <c:showVal val="0"/>
          <c:showCatName val="0"/>
          <c:showSerName val="0"/>
          <c:showPercent val="0"/>
          <c:showBubbleSize val="0"/>
        </c:dLbls>
        <c:gapWidth val="80"/>
        <c:overlap val="100"/>
        <c:axId val="124234879"/>
        <c:axId val="1"/>
      </c:barChart>
      <c:catAx>
        <c:axId val="124234879"/>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6"/>
          <c:min val="4"/>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24234879"/>
        <c:crosses val="min"/>
        <c:crossBetween val="between"/>
        <c:majorUnit val="2"/>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17741935483871"/>
          <c:y val="3.3419023136246784E-2"/>
          <c:w val="0.75725806451612898"/>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EA41-4460-A133-11F8D43657E3}"/>
              </c:ext>
            </c:extLst>
          </c:dPt>
          <c:dLbls>
            <c:dLbl>
              <c:idx val="0"/>
              <c:layout>
                <c:manualLayout>
                  <c:x val="0"/>
                  <c:y val="-0.24228791773778921"/>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A41-4460-A133-11F8D43657E3}"/>
                </c:ext>
              </c:extLst>
            </c:dLbl>
            <c:dLbl>
              <c:idx val="1"/>
              <c:layout>
                <c:manualLayout>
                  <c:x val="0"/>
                  <c:y val="-0.18059125964010284"/>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A41-4460-A133-11F8D43657E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8.86</c:v>
                </c:pt>
                <c:pt idx="1">
                  <c:v>7.27</c:v>
                </c:pt>
              </c:numCache>
            </c:numRef>
          </c:val>
          <c:extLst>
            <c:ext xmlns:c16="http://schemas.microsoft.com/office/drawing/2014/chart" uri="{C3380CC4-5D6E-409C-BE32-E72D297353CC}">
              <c16:uniqueId val="{00000002-EA41-4460-A133-11F8D43657E3}"/>
            </c:ext>
          </c:extLst>
        </c:ser>
        <c:dLbls>
          <c:showLegendKey val="0"/>
          <c:showVal val="0"/>
          <c:showCatName val="0"/>
          <c:showSerName val="0"/>
          <c:showPercent val="0"/>
          <c:showBubbleSize val="0"/>
        </c:dLbls>
        <c:gapWidth val="80"/>
        <c:overlap val="100"/>
        <c:axId val="438101871"/>
        <c:axId val="1"/>
      </c:barChart>
      <c:catAx>
        <c:axId val="438101871"/>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6"/>
          <c:min val="4"/>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438101871"/>
        <c:crosses val="min"/>
        <c:crossBetween val="between"/>
        <c:majorUnit val="2"/>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741935483870968"/>
          <c:y val="3.3419023136246784E-2"/>
          <c:w val="0.60580645161290325"/>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349E-46CC-A2A3-EF5B654666EF}"/>
              </c:ext>
            </c:extLst>
          </c:dPt>
          <c:dLbls>
            <c:dLbl>
              <c:idx val="0"/>
              <c:layout>
                <c:manualLayout>
                  <c:x val="0"/>
                  <c:y val="-0.22750642673521851"/>
                </c:manualLayout>
              </c:layout>
              <c:numFmt formatCode="#,##0.0;&quot;-&quot;#,##0.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49E-46CC-A2A3-EF5B654666EF}"/>
                </c:ext>
              </c:extLst>
            </c:dLbl>
            <c:dLbl>
              <c:idx val="1"/>
              <c:layout>
                <c:manualLayout>
                  <c:x val="0"/>
                  <c:y val="-0.2943444730077121"/>
                </c:manualLayout>
              </c:layout>
              <c:numFmt formatCode="#,##0.0;&quot;-&quot;#,##0.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49E-46CC-A2A3-EF5B654666E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8.49</c:v>
                </c:pt>
                <c:pt idx="1">
                  <c:v>10.210000000000001</c:v>
                </c:pt>
              </c:numCache>
            </c:numRef>
          </c:val>
          <c:extLst>
            <c:ext xmlns:c16="http://schemas.microsoft.com/office/drawing/2014/chart" uri="{C3380CC4-5D6E-409C-BE32-E72D297353CC}">
              <c16:uniqueId val="{00000002-349E-46CC-A2A3-EF5B654666EF}"/>
            </c:ext>
          </c:extLst>
        </c:ser>
        <c:dLbls>
          <c:showLegendKey val="0"/>
          <c:showVal val="0"/>
          <c:showCatName val="0"/>
          <c:showSerName val="0"/>
          <c:showPercent val="0"/>
          <c:showBubbleSize val="0"/>
        </c:dLbls>
        <c:gapWidth val="80"/>
        <c:overlap val="100"/>
        <c:axId val="375014911"/>
        <c:axId val="1"/>
      </c:barChart>
      <c:catAx>
        <c:axId val="375014911"/>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6"/>
          <c:min val="4"/>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375014911"/>
        <c:crosses val="min"/>
        <c:crossBetween val="between"/>
        <c:majorUnit val="2"/>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559139784946236"/>
          <c:y val="3.3419023136246784E-2"/>
          <c:w val="0.66881720430107527"/>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EF63-4E28-8E43-C540C4D1EFD8}"/>
              </c:ext>
            </c:extLst>
          </c:dPt>
          <c:dLbls>
            <c:dLbl>
              <c:idx val="0"/>
              <c:layout>
                <c:manualLayout>
                  <c:x val="0"/>
                  <c:y val="-0.36632390745501286"/>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F63-4E28-8E43-C540C4D1EFD8}"/>
                </c:ext>
              </c:extLst>
            </c:dLbl>
            <c:dLbl>
              <c:idx val="1"/>
              <c:layout>
                <c:manualLayout>
                  <c:x val="0"/>
                  <c:y val="-0.36053984575835474"/>
                </c:manualLayout>
              </c:layout>
              <c:numFmt formatCode="#,##0;&quot;-&quot;#,##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F63-4E28-8E43-C540C4D1EFD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1677</c:v>
                </c:pt>
                <c:pt idx="1">
                  <c:v>1647</c:v>
                </c:pt>
              </c:numCache>
            </c:numRef>
          </c:val>
          <c:extLst>
            <c:ext xmlns:c16="http://schemas.microsoft.com/office/drawing/2014/chart" uri="{C3380CC4-5D6E-409C-BE32-E72D297353CC}">
              <c16:uniqueId val="{00000002-EF63-4E28-8E43-C540C4D1EFD8}"/>
            </c:ext>
          </c:extLst>
        </c:ser>
        <c:dLbls>
          <c:showLegendKey val="0"/>
          <c:showVal val="0"/>
          <c:showCatName val="0"/>
          <c:showSerName val="0"/>
          <c:showPercent val="0"/>
          <c:showBubbleSize val="0"/>
        </c:dLbls>
        <c:gapWidth val="80"/>
        <c:overlap val="100"/>
        <c:axId val="631329263"/>
        <c:axId val="1"/>
      </c:barChart>
      <c:catAx>
        <c:axId val="631329263"/>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250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631329263"/>
        <c:crosses val="min"/>
        <c:crossBetween val="between"/>
        <c:majorUnit val="500"/>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559139784946236"/>
          <c:y val="3.3419023136246784E-2"/>
          <c:w val="0.66881720430107527"/>
          <c:h val="0.93316195372750643"/>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FFFFFF"/>
              </a:solidFill>
              <a:ln>
                <a:noFill/>
              </a:ln>
            </c:spPr>
            <c:extLst>
              <c:ext xmlns:c16="http://schemas.microsoft.com/office/drawing/2014/chart" uri="{C3380CC4-5D6E-409C-BE32-E72D297353CC}">
                <c16:uniqueId val="{00000000-6FCC-4BFB-8207-461D4649C039}"/>
              </c:ext>
            </c:extLst>
          </c:dPt>
          <c:dLbls>
            <c:dLbl>
              <c:idx val="0"/>
              <c:layout>
                <c:manualLayout>
                  <c:x val="0"/>
                  <c:y val="-0.29177377892030848"/>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FCC-4BFB-8207-461D4649C039}"/>
                </c:ext>
              </c:extLst>
            </c:dLbl>
            <c:dLbl>
              <c:idx val="1"/>
              <c:layout>
                <c:manualLayout>
                  <c:x val="0"/>
                  <c:y val="-0.40102827763496146"/>
                </c:manualLayout>
              </c:layout>
              <c:numFmt formatCode="#,##0;&quot;-&quot;#,##0" sourceLinked="0"/>
              <c:spPr>
                <a:noFill/>
                <a:ln>
                  <a:noFill/>
                </a:ln>
              </c:spPr>
              <c:txPr>
                <a:bodyPr wrap="none"/>
                <a:lstStyle/>
                <a:p>
                  <a:pPr>
                    <a:defRPr sz="1400" b="1"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FCC-4BFB-8207-461D4649C03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1788</c:v>
                </c:pt>
                <c:pt idx="1">
                  <c:v>2611</c:v>
                </c:pt>
              </c:numCache>
            </c:numRef>
          </c:val>
          <c:extLst>
            <c:ext xmlns:c16="http://schemas.microsoft.com/office/drawing/2014/chart" uri="{C3380CC4-5D6E-409C-BE32-E72D297353CC}">
              <c16:uniqueId val="{00000002-6FCC-4BFB-8207-461D4649C039}"/>
            </c:ext>
          </c:extLst>
        </c:ser>
        <c:dLbls>
          <c:showLegendKey val="0"/>
          <c:showVal val="0"/>
          <c:showCatName val="0"/>
          <c:showSerName val="0"/>
          <c:showPercent val="0"/>
          <c:showBubbleSize val="0"/>
        </c:dLbls>
        <c:gapWidth val="80"/>
        <c:overlap val="100"/>
        <c:axId val="202172303"/>
        <c:axId val="1"/>
      </c:barChart>
      <c:catAx>
        <c:axId val="202172303"/>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350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202172303"/>
        <c:crosses val="min"/>
        <c:crossBetween val="between"/>
        <c:majorUnit val="500"/>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7469540768509843E-3"/>
          <c:y val="7.4462768615692149E-2"/>
          <c:w val="0.93964386129334587"/>
          <c:h val="0.8995502248875562"/>
        </c:manualLayout>
      </c:layout>
      <c:lineChart>
        <c:grouping val="standard"/>
        <c:varyColors val="0"/>
        <c:ser>
          <c:idx val="0"/>
          <c:order val="0"/>
          <c:spPr>
            <a:ln w="28575" algn="ctr">
              <a:solidFill>
                <a:srgbClr val="FFC000"/>
              </a:solidFill>
              <a:prstDash val="solid"/>
            </a:ln>
          </c:spPr>
          <c:marker>
            <c:symbol val="none"/>
          </c:marker>
          <c:dLbls>
            <c:dLbl>
              <c:idx val="0"/>
              <c:layout>
                <c:manualLayout>
                  <c:x val="1.2558575445173383E-2"/>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76C-470E-9834-CE07784E31FC}"/>
                </c:ext>
              </c:extLst>
            </c:dLbl>
            <c:dLbl>
              <c:idx val="2"/>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76C-470E-9834-CE07784E31FC}"/>
                </c:ext>
              </c:extLst>
            </c:dLbl>
            <c:dLbl>
              <c:idx val="4"/>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76C-470E-9834-CE07784E31FC}"/>
                </c:ext>
              </c:extLst>
            </c:dLbl>
            <c:dLbl>
              <c:idx val="6"/>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76C-470E-9834-CE07784E31FC}"/>
                </c:ext>
              </c:extLst>
            </c:dLbl>
            <c:dLbl>
              <c:idx val="8"/>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76C-470E-9834-CE07784E31FC}"/>
                </c:ext>
              </c:extLst>
            </c:dLbl>
            <c:dLbl>
              <c:idx val="12"/>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76C-470E-9834-CE07784E31FC}"/>
                </c:ext>
              </c:extLst>
            </c:dLbl>
            <c:dLbl>
              <c:idx val="14"/>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76C-470E-9834-CE07784E31FC}"/>
                </c:ext>
              </c:extLst>
            </c:dLbl>
            <c:dLbl>
              <c:idx val="18"/>
              <c:layout>
                <c:manualLayout>
                  <c:x val="0"/>
                  <c:y val="-5.19740129935032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76C-470E-9834-CE07784E31FC}"/>
                </c:ext>
              </c:extLst>
            </c:dLbl>
            <c:dLbl>
              <c:idx val="20"/>
              <c:layout>
                <c:manualLayout>
                  <c:x val="0"/>
                  <c:y val="-8.0959520239880053E-2"/>
                </c:manualLayout>
              </c:layout>
              <c:numFmt formatCode="#,##0;&quot;-&quot;#,##0" sourceLinked="0"/>
              <c:spPr>
                <a:noFill/>
                <a:ln>
                  <a:noFill/>
                </a:ln>
              </c:spPr>
              <c:txPr>
                <a:bodyPr wrap="none"/>
                <a:lstStyle/>
                <a:p>
                  <a:pPr>
                    <a:defRPr sz="24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76C-470E-9834-CE07784E31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76</c:v>
                </c:pt>
                <c:pt idx="1">
                  <c:v>185</c:v>
                </c:pt>
                <c:pt idx="2">
                  <c:v>329</c:v>
                </c:pt>
                <c:pt idx="3">
                  <c:v>461</c:v>
                </c:pt>
                <c:pt idx="4">
                  <c:v>600</c:v>
                </c:pt>
                <c:pt idx="5">
                  <c:v>838</c:v>
                </c:pt>
                <c:pt idx="6">
                  <c:v>1014</c:v>
                </c:pt>
                <c:pt idx="7">
                  <c:v>1188</c:v>
                </c:pt>
                <c:pt idx="8">
                  <c:v>1414</c:v>
                </c:pt>
                <c:pt idx="9">
                  <c:v>1582</c:v>
                </c:pt>
                <c:pt idx="10">
                  <c:v>1739</c:v>
                </c:pt>
                <c:pt idx="11">
                  <c:v>2030</c:v>
                </c:pt>
                <c:pt idx="12">
                  <c:v>2219</c:v>
                </c:pt>
                <c:pt idx="13">
                  <c:v>2389</c:v>
                </c:pt>
                <c:pt idx="14">
                  <c:v>2592</c:v>
                </c:pt>
                <c:pt idx="15">
                  <c:v>2812</c:v>
                </c:pt>
                <c:pt idx="16">
                  <c:v>3079</c:v>
                </c:pt>
                <c:pt idx="17">
                  <c:v>3720</c:v>
                </c:pt>
                <c:pt idx="18">
                  <c:v>3838</c:v>
                </c:pt>
                <c:pt idx="19">
                  <c:v>3959</c:v>
                </c:pt>
                <c:pt idx="20">
                  <c:v>4144</c:v>
                </c:pt>
              </c:numCache>
            </c:numRef>
          </c:val>
          <c:smooth val="0"/>
          <c:extLst>
            <c:ext xmlns:c16="http://schemas.microsoft.com/office/drawing/2014/chart" uri="{C3380CC4-5D6E-409C-BE32-E72D297353CC}">
              <c16:uniqueId val="{00000009-E76C-470E-9834-CE07784E31FC}"/>
            </c:ext>
          </c:extLst>
        </c:ser>
        <c:dLbls>
          <c:showLegendKey val="0"/>
          <c:showVal val="0"/>
          <c:showCatName val="0"/>
          <c:showSerName val="0"/>
          <c:showPercent val="0"/>
          <c:showBubbleSize val="0"/>
        </c:dLbls>
        <c:smooth val="0"/>
        <c:axId val="375010111"/>
        <c:axId val="1"/>
      </c:lineChart>
      <c:catAx>
        <c:axId val="375010111"/>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4500"/>
          <c:min val="0"/>
        </c:scaling>
        <c:delete val="0"/>
        <c:axPos val="l"/>
        <c:majorGridlines>
          <c:spPr>
            <a:ln>
              <a:noFill/>
            </a:ln>
          </c:spPr>
        </c:majorGridlines>
        <c:numFmt formatCode="General" sourceLinked="1"/>
        <c:majorTickMark val="out"/>
        <c:minorTickMark val="none"/>
        <c:tickLblPos val="none"/>
        <c:spPr>
          <a:ln w="9525" algn="ctr">
            <a:solidFill>
              <a:srgbClr val="000000"/>
            </a:solidFill>
            <a:prstDash val="solid"/>
          </a:ln>
        </c:spPr>
        <c:txPr>
          <a:bodyPr wrap="none"/>
          <a:lstStyle/>
          <a:p>
            <a:pPr>
              <a:defRPr sz="1400" kern="1200">
                <a:latin typeface="Arial"/>
                <a:ea typeface="맑은 고딕"/>
                <a:cs typeface="+mn-cs"/>
              </a:defRPr>
            </a:pPr>
            <a:endParaRPr lang="ko-KR"/>
          </a:p>
        </c:txPr>
        <c:crossAx val="375010111"/>
        <c:crosses val="min"/>
        <c:crossBetween val="midCat"/>
        <c:majorUnit val="500"/>
      </c:valAx>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082779009608286E-3"/>
          <c:y val="8.733153638814016E-2"/>
          <c:w val="0.96286031042128606"/>
          <c:h val="0.88463611859838276"/>
        </c:manualLayout>
      </c:layout>
      <c:lineChart>
        <c:grouping val="standard"/>
        <c:varyColors val="0"/>
        <c:ser>
          <c:idx val="0"/>
          <c:order val="0"/>
          <c:spPr>
            <a:ln w="19050" algn="ctr">
              <a:solidFill>
                <a:srgbClr val="FFC000"/>
              </a:solidFill>
              <a:prstDash val="solid"/>
            </a:ln>
          </c:spPr>
          <c:marker>
            <c:symbol val="none"/>
          </c:marker>
          <c:dLbls>
            <c:dLbl>
              <c:idx val="0"/>
              <c:layout>
                <c:manualLayout>
                  <c:x val="1.237989652623799E-2"/>
                  <c:y val="-4.9056603773584909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D5D-4613-BBBD-DCEB99B7F407}"/>
                </c:ext>
              </c:extLst>
            </c:dLbl>
            <c:dLbl>
              <c:idx val="1"/>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D5D-4613-BBBD-DCEB99B7F407}"/>
                </c:ext>
              </c:extLst>
            </c:dLbl>
            <c:dLbl>
              <c:idx val="2"/>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D5D-4613-BBBD-DCEB99B7F407}"/>
                </c:ext>
              </c:extLst>
            </c:dLbl>
            <c:dLbl>
              <c:idx val="3"/>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D5D-4613-BBBD-DCEB99B7F407}"/>
                </c:ext>
              </c:extLst>
            </c:dLbl>
            <c:dLbl>
              <c:idx val="4"/>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D5D-4613-BBBD-DCEB99B7F407}"/>
                </c:ext>
              </c:extLst>
            </c:dLbl>
            <c:dLbl>
              <c:idx val="5"/>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0D5D-4613-BBBD-DCEB99B7F407}"/>
                </c:ext>
              </c:extLst>
            </c:dLbl>
            <c:dLbl>
              <c:idx val="6"/>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D5D-4613-BBBD-DCEB99B7F407}"/>
                </c:ext>
              </c:extLst>
            </c:dLbl>
            <c:dLbl>
              <c:idx val="7"/>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0D5D-4613-BBBD-DCEB99B7F407}"/>
                </c:ext>
              </c:extLst>
            </c:dLbl>
            <c:dLbl>
              <c:idx val="8"/>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0D5D-4613-BBBD-DCEB99B7F407}"/>
                </c:ext>
              </c:extLst>
            </c:dLbl>
            <c:dLbl>
              <c:idx val="9"/>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0D5D-4613-BBBD-DCEB99B7F407}"/>
                </c:ext>
              </c:extLst>
            </c:dLbl>
            <c:dLbl>
              <c:idx val="10"/>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0D5D-4613-BBBD-DCEB99B7F407}"/>
                </c:ext>
              </c:extLst>
            </c:dLbl>
            <c:dLbl>
              <c:idx val="11"/>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0D5D-4613-BBBD-DCEB99B7F407}"/>
                </c:ext>
              </c:extLst>
            </c:dLbl>
            <c:dLbl>
              <c:idx val="12"/>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0D5D-4613-BBBD-DCEB99B7F407}"/>
                </c:ext>
              </c:extLst>
            </c:dLbl>
            <c:dLbl>
              <c:idx val="13"/>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0D5D-4613-BBBD-DCEB99B7F407}"/>
                </c:ext>
              </c:extLst>
            </c:dLbl>
            <c:dLbl>
              <c:idx val="14"/>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0D5D-4613-BBBD-DCEB99B7F407}"/>
                </c:ext>
              </c:extLst>
            </c:dLbl>
            <c:dLbl>
              <c:idx val="15"/>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0D5D-4613-BBBD-DCEB99B7F407}"/>
                </c:ext>
              </c:extLst>
            </c:dLbl>
            <c:dLbl>
              <c:idx val="16"/>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0D5D-4613-BBBD-DCEB99B7F407}"/>
                </c:ext>
              </c:extLst>
            </c:dLbl>
            <c:dLbl>
              <c:idx val="17"/>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0D5D-4613-BBBD-DCEB99B7F407}"/>
                </c:ext>
              </c:extLst>
            </c:dLbl>
            <c:dLbl>
              <c:idx val="18"/>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0D5D-4613-BBBD-DCEB99B7F407}"/>
                </c:ext>
              </c:extLst>
            </c:dLbl>
            <c:dLbl>
              <c:idx val="19"/>
              <c:layout>
                <c:manualLayout>
                  <c:x val="0"/>
                  <c:y val="-5.606469002695417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0D5D-4613-BBBD-DCEB99B7F407}"/>
                </c:ext>
              </c:extLst>
            </c:dLbl>
            <c:dLbl>
              <c:idx val="20"/>
              <c:layout>
                <c:manualLayout>
                  <c:x val="0"/>
                  <c:y val="-6.9002695417789764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0D5D-4613-BBBD-DCEB99B7F40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3</c:v>
                </c:pt>
                <c:pt idx="1">
                  <c:v>18</c:v>
                </c:pt>
                <c:pt idx="2">
                  <c:v>35</c:v>
                </c:pt>
                <c:pt idx="3">
                  <c:v>41</c:v>
                </c:pt>
                <c:pt idx="4">
                  <c:v>49</c:v>
                </c:pt>
                <c:pt idx="5">
                  <c:v>60</c:v>
                </c:pt>
                <c:pt idx="6">
                  <c:v>71</c:v>
                </c:pt>
                <c:pt idx="7">
                  <c:v>76</c:v>
                </c:pt>
                <c:pt idx="8">
                  <c:v>82</c:v>
                </c:pt>
                <c:pt idx="9">
                  <c:v>89</c:v>
                </c:pt>
                <c:pt idx="10">
                  <c:v>100</c:v>
                </c:pt>
                <c:pt idx="11">
                  <c:v>117</c:v>
                </c:pt>
                <c:pt idx="12">
                  <c:v>142</c:v>
                </c:pt>
                <c:pt idx="13">
                  <c:v>158</c:v>
                </c:pt>
                <c:pt idx="14">
                  <c:v>176</c:v>
                </c:pt>
                <c:pt idx="15">
                  <c:v>194</c:v>
                </c:pt>
                <c:pt idx="16">
                  <c:v>210</c:v>
                </c:pt>
                <c:pt idx="17">
                  <c:v>234</c:v>
                </c:pt>
                <c:pt idx="18">
                  <c:v>246</c:v>
                </c:pt>
                <c:pt idx="19">
                  <c:v>266</c:v>
                </c:pt>
                <c:pt idx="20">
                  <c:v>288</c:v>
                </c:pt>
              </c:numCache>
            </c:numRef>
          </c:val>
          <c:smooth val="0"/>
          <c:extLst>
            <c:ext xmlns:c16="http://schemas.microsoft.com/office/drawing/2014/chart" uri="{C3380CC4-5D6E-409C-BE32-E72D297353CC}">
              <c16:uniqueId val="{00000015-0D5D-4613-BBBD-DCEB99B7F407}"/>
            </c:ext>
          </c:extLst>
        </c:ser>
        <c:dLbls>
          <c:showLegendKey val="0"/>
          <c:showVal val="0"/>
          <c:showCatName val="0"/>
          <c:showSerName val="0"/>
          <c:showPercent val="0"/>
          <c:showBubbleSize val="0"/>
        </c:dLbls>
        <c:smooth val="0"/>
        <c:axId val="565349536"/>
        <c:axId val="1"/>
      </c:lineChart>
      <c:catAx>
        <c:axId val="565349536"/>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30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565349536"/>
        <c:crosses val="min"/>
        <c:crossBetween val="midCat"/>
        <c:majorUnit val="50"/>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798212956068497E-3"/>
          <c:y val="9.0909090909090912E-2"/>
          <c:w val="0.97002978406552498"/>
          <c:h val="0.88484848484848488"/>
        </c:manualLayout>
      </c:layout>
      <c:lineChart>
        <c:grouping val="standard"/>
        <c:varyColors val="0"/>
        <c:ser>
          <c:idx val="0"/>
          <c:order val="0"/>
          <c:spPr>
            <a:ln w="19050" algn="ctr">
              <a:solidFill>
                <a:srgbClr val="FFC000"/>
              </a:solidFill>
              <a:prstDash val="solid"/>
            </a:ln>
          </c:spPr>
          <c:marker>
            <c:symbol val="none"/>
          </c:marker>
          <c:dLbls>
            <c:dLbl>
              <c:idx val="2"/>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FC5-42D7-B7EF-FEB28814D8B2}"/>
                </c:ext>
              </c:extLst>
            </c:dLbl>
            <c:dLbl>
              <c:idx val="3"/>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FC5-42D7-B7EF-FEB28814D8B2}"/>
                </c:ext>
              </c:extLst>
            </c:dLbl>
            <c:dLbl>
              <c:idx val="4"/>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FC5-42D7-B7EF-FEB28814D8B2}"/>
                </c:ext>
              </c:extLst>
            </c:dLbl>
            <c:dLbl>
              <c:idx val="5"/>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FC5-42D7-B7EF-FEB28814D8B2}"/>
                </c:ext>
              </c:extLst>
            </c:dLbl>
            <c:dLbl>
              <c:idx val="6"/>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FC5-42D7-B7EF-FEB28814D8B2}"/>
                </c:ext>
              </c:extLst>
            </c:dLbl>
            <c:dLbl>
              <c:idx val="7"/>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0FC5-42D7-B7EF-FEB28814D8B2}"/>
                </c:ext>
              </c:extLst>
            </c:dLbl>
            <c:dLbl>
              <c:idx val="9"/>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FC5-42D7-B7EF-FEB28814D8B2}"/>
                </c:ext>
              </c:extLst>
            </c:dLbl>
            <c:dLbl>
              <c:idx val="11"/>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0FC5-42D7-B7EF-FEB28814D8B2}"/>
                </c:ext>
              </c:extLst>
            </c:dLbl>
            <c:dLbl>
              <c:idx val="13"/>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0FC5-42D7-B7EF-FEB28814D8B2}"/>
                </c:ext>
              </c:extLst>
            </c:dLbl>
            <c:dLbl>
              <c:idx val="14"/>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0FC5-42D7-B7EF-FEB28814D8B2}"/>
                </c:ext>
              </c:extLst>
            </c:dLbl>
            <c:dLbl>
              <c:idx val="15"/>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0FC5-42D7-B7EF-FEB28814D8B2}"/>
                </c:ext>
              </c:extLst>
            </c:dLbl>
            <c:dLbl>
              <c:idx val="17"/>
              <c:layout>
                <c:manualLayout>
                  <c:x val="0"/>
                  <c:y val="-4.848484848484848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0FC5-42D7-B7EF-FEB28814D8B2}"/>
                </c:ext>
              </c:extLst>
            </c:dLbl>
            <c:dLbl>
              <c:idx val="20"/>
              <c:layout>
                <c:manualLayout>
                  <c:x val="0"/>
                  <c:y val="-5.9673659673659674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0FC5-42D7-B7EF-FEB28814D8B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9.3726099999999999</c:v>
                </c:pt>
                <c:pt idx="1">
                  <c:v>14.5899</c:v>
                </c:pt>
                <c:pt idx="2">
                  <c:v>19.881350000000001</c:v>
                </c:pt>
                <c:pt idx="3">
                  <c:v>18.416709999999998</c:v>
                </c:pt>
                <c:pt idx="4">
                  <c:v>19.209099999999999</c:v>
                </c:pt>
                <c:pt idx="5">
                  <c:v>22.974889999999998</c:v>
                </c:pt>
                <c:pt idx="6">
                  <c:v>18.576160000000002</c:v>
                </c:pt>
                <c:pt idx="7">
                  <c:v>21.519179999999999</c:v>
                </c:pt>
                <c:pt idx="8">
                  <c:v>13.610626999999999</c:v>
                </c:pt>
                <c:pt idx="9">
                  <c:v>19.538810000000002</c:v>
                </c:pt>
                <c:pt idx="10">
                  <c:v>22.829249999999998</c:v>
                </c:pt>
                <c:pt idx="11">
                  <c:v>43.098489999999998</c:v>
                </c:pt>
                <c:pt idx="12">
                  <c:v>20.112839999999998</c:v>
                </c:pt>
                <c:pt idx="13">
                  <c:v>34.518419999999999</c:v>
                </c:pt>
                <c:pt idx="14">
                  <c:v>30.963329999999999</c:v>
                </c:pt>
                <c:pt idx="15">
                  <c:v>29.583400000000001</c:v>
                </c:pt>
                <c:pt idx="16">
                  <c:v>28.770679999999999</c:v>
                </c:pt>
                <c:pt idx="17">
                  <c:v>41.382730000000002</c:v>
                </c:pt>
                <c:pt idx="18">
                  <c:v>36.034050000000001</c:v>
                </c:pt>
                <c:pt idx="19">
                  <c:v>35.338540000000002</c:v>
                </c:pt>
                <c:pt idx="20">
                  <c:v>44.296480000000003</c:v>
                </c:pt>
              </c:numCache>
            </c:numRef>
          </c:val>
          <c:smooth val="0"/>
          <c:extLst>
            <c:ext xmlns:c16="http://schemas.microsoft.com/office/drawing/2014/chart" uri="{C3380CC4-5D6E-409C-BE32-E72D297353CC}">
              <c16:uniqueId val="{0000000D-0FC5-42D7-B7EF-FEB28814D8B2}"/>
            </c:ext>
          </c:extLst>
        </c:ser>
        <c:dLbls>
          <c:showLegendKey val="0"/>
          <c:showVal val="0"/>
          <c:showCatName val="0"/>
          <c:showSerName val="0"/>
          <c:showPercent val="0"/>
          <c:showBubbleSize val="0"/>
        </c:dLbls>
        <c:smooth val="0"/>
        <c:axId val="426486960"/>
        <c:axId val="1"/>
      </c:lineChart>
      <c:catAx>
        <c:axId val="42648696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45"/>
          <c:min val="5"/>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426486960"/>
        <c:crosses val="min"/>
        <c:crossBetween val="midCat"/>
        <c:majorUnit val="5"/>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082779009608286E-3"/>
          <c:y val="0.10847814639283834"/>
          <c:w val="0.96286031042128606"/>
          <c:h val="0.86413902053712477"/>
        </c:manualLayout>
      </c:layout>
      <c:lineChart>
        <c:grouping val="standard"/>
        <c:varyColors val="0"/>
        <c:ser>
          <c:idx val="0"/>
          <c:order val="0"/>
          <c:spPr>
            <a:ln w="19050" algn="ctr">
              <a:solidFill>
                <a:srgbClr val="FFC000"/>
              </a:solidFill>
              <a:prstDash val="solid"/>
            </a:ln>
          </c:spPr>
          <c:marker>
            <c:symbol val="none"/>
          </c:marker>
          <c:dLbls>
            <c:dLbl>
              <c:idx val="0"/>
              <c:layout>
                <c:manualLayout>
                  <c:x val="1.237989652623799E-2"/>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2AD-43A8-84EF-B1F47E1C380C}"/>
                </c:ext>
              </c:extLst>
            </c:dLbl>
            <c:dLbl>
              <c:idx val="1"/>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2AD-43A8-84EF-B1F47E1C380C}"/>
                </c:ext>
              </c:extLst>
            </c:dLbl>
            <c:dLbl>
              <c:idx val="2"/>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2AD-43A8-84EF-B1F47E1C380C}"/>
                </c:ext>
              </c:extLst>
            </c:dLbl>
            <c:dLbl>
              <c:idx val="3"/>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2AD-43A8-84EF-B1F47E1C380C}"/>
                </c:ext>
              </c:extLst>
            </c:dLbl>
            <c:dLbl>
              <c:idx val="4"/>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B2AD-43A8-84EF-B1F47E1C380C}"/>
                </c:ext>
              </c:extLst>
            </c:dLbl>
            <c:dLbl>
              <c:idx val="5"/>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2AD-43A8-84EF-B1F47E1C380C}"/>
                </c:ext>
              </c:extLst>
            </c:dLbl>
            <c:dLbl>
              <c:idx val="6"/>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B2AD-43A8-84EF-B1F47E1C380C}"/>
                </c:ext>
              </c:extLst>
            </c:dLbl>
            <c:dLbl>
              <c:idx val="7"/>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B2AD-43A8-84EF-B1F47E1C380C}"/>
                </c:ext>
              </c:extLst>
            </c:dLbl>
            <c:dLbl>
              <c:idx val="8"/>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B2AD-43A8-84EF-B1F47E1C380C}"/>
                </c:ext>
              </c:extLst>
            </c:dLbl>
            <c:dLbl>
              <c:idx val="9"/>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B2AD-43A8-84EF-B1F47E1C380C}"/>
                </c:ext>
              </c:extLst>
            </c:dLbl>
            <c:dLbl>
              <c:idx val="10"/>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B2AD-43A8-84EF-B1F47E1C380C}"/>
                </c:ext>
              </c:extLst>
            </c:dLbl>
            <c:dLbl>
              <c:idx val="11"/>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B2AD-43A8-84EF-B1F47E1C380C}"/>
                </c:ext>
              </c:extLst>
            </c:dLbl>
            <c:dLbl>
              <c:idx val="12"/>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B2AD-43A8-84EF-B1F47E1C380C}"/>
                </c:ext>
              </c:extLst>
            </c:dLbl>
            <c:dLbl>
              <c:idx val="13"/>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B2AD-43A8-84EF-B1F47E1C380C}"/>
                </c:ext>
              </c:extLst>
            </c:dLbl>
            <c:dLbl>
              <c:idx val="14"/>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B2AD-43A8-84EF-B1F47E1C380C}"/>
                </c:ext>
              </c:extLst>
            </c:dLbl>
            <c:dLbl>
              <c:idx val="15"/>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B2AD-43A8-84EF-B1F47E1C380C}"/>
                </c:ext>
              </c:extLst>
            </c:dLbl>
            <c:dLbl>
              <c:idx val="17"/>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B2AD-43A8-84EF-B1F47E1C380C}"/>
                </c:ext>
              </c:extLst>
            </c:dLbl>
            <c:dLbl>
              <c:idx val="18"/>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B2AD-43A8-84EF-B1F47E1C380C}"/>
                </c:ext>
              </c:extLst>
            </c:dLbl>
            <c:dLbl>
              <c:idx val="19"/>
              <c:layout>
                <c:manualLayout>
                  <c:x val="0"/>
                  <c:y val="-5.476566614007372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B2AD-43A8-84EF-B1F47E1C380C}"/>
                </c:ext>
              </c:extLst>
            </c:dLbl>
            <c:dLbl>
              <c:idx val="20"/>
              <c:layout>
                <c:manualLayout>
                  <c:x val="0"/>
                  <c:y val="-6.7403896787783038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B2AD-43A8-84EF-B1F47E1C380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3</c:v>
                </c:pt>
                <c:pt idx="1">
                  <c:v>4</c:v>
                </c:pt>
                <c:pt idx="2">
                  <c:v>6</c:v>
                </c:pt>
                <c:pt idx="3">
                  <c:v>7</c:v>
                </c:pt>
                <c:pt idx="4">
                  <c:v>10</c:v>
                </c:pt>
                <c:pt idx="5">
                  <c:v>11</c:v>
                </c:pt>
                <c:pt idx="6">
                  <c:v>12</c:v>
                </c:pt>
                <c:pt idx="7">
                  <c:v>15</c:v>
                </c:pt>
                <c:pt idx="8">
                  <c:v>19</c:v>
                </c:pt>
                <c:pt idx="9">
                  <c:v>23</c:v>
                </c:pt>
                <c:pt idx="10">
                  <c:v>24</c:v>
                </c:pt>
                <c:pt idx="11">
                  <c:v>27</c:v>
                </c:pt>
                <c:pt idx="12">
                  <c:v>43</c:v>
                </c:pt>
                <c:pt idx="13">
                  <c:v>56</c:v>
                </c:pt>
                <c:pt idx="14">
                  <c:v>60</c:v>
                </c:pt>
                <c:pt idx="15">
                  <c:v>73</c:v>
                </c:pt>
                <c:pt idx="16">
                  <c:v>91</c:v>
                </c:pt>
                <c:pt idx="17">
                  <c:v>131</c:v>
                </c:pt>
                <c:pt idx="18">
                  <c:v>139</c:v>
                </c:pt>
                <c:pt idx="19">
                  <c:v>145</c:v>
                </c:pt>
                <c:pt idx="20">
                  <c:v>148</c:v>
                </c:pt>
              </c:numCache>
            </c:numRef>
          </c:val>
          <c:smooth val="0"/>
          <c:extLst>
            <c:ext xmlns:c16="http://schemas.microsoft.com/office/drawing/2014/chart" uri="{C3380CC4-5D6E-409C-BE32-E72D297353CC}">
              <c16:uniqueId val="{00000014-B2AD-43A8-84EF-B1F47E1C380C}"/>
            </c:ext>
          </c:extLst>
        </c:ser>
        <c:dLbls>
          <c:showLegendKey val="0"/>
          <c:showVal val="0"/>
          <c:showCatName val="0"/>
          <c:showSerName val="0"/>
          <c:showPercent val="0"/>
          <c:showBubbleSize val="0"/>
        </c:dLbls>
        <c:smooth val="0"/>
        <c:axId val="117639872"/>
        <c:axId val="1"/>
      </c:lineChart>
      <c:catAx>
        <c:axId val="117639872"/>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5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17639872"/>
        <c:crosses val="min"/>
        <c:crossBetween val="midCat"/>
        <c:majorUnit val="50"/>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798212956068497E-3"/>
          <c:y val="2.5974025974025976E-2"/>
          <c:w val="0.97002978406552498"/>
          <c:h val="0.94805194805194803"/>
        </c:manualLayout>
      </c:layout>
      <c:lineChart>
        <c:grouping val="standard"/>
        <c:varyColors val="0"/>
        <c:ser>
          <c:idx val="0"/>
          <c:order val="0"/>
          <c:spPr>
            <a:ln w="19050" algn="ctr">
              <a:solidFill>
                <a:srgbClr val="FFC000"/>
              </a:solidFill>
              <a:prstDash val="solid"/>
            </a:ln>
          </c:spPr>
          <c:marker>
            <c:symbol val="none"/>
          </c:marker>
          <c:dLbls>
            <c:dLbl>
              <c:idx val="2"/>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097-46E2-8549-D3B0ECD56925}"/>
                </c:ext>
              </c:extLst>
            </c:dLbl>
            <c:dLbl>
              <c:idx val="7"/>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097-46E2-8549-D3B0ECD56925}"/>
                </c:ext>
              </c:extLst>
            </c:dLbl>
            <c:dLbl>
              <c:idx val="11"/>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097-46E2-8549-D3B0ECD56925}"/>
                </c:ext>
              </c:extLst>
            </c:dLbl>
            <c:dLbl>
              <c:idx val="13"/>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097-46E2-8549-D3B0ECD56925}"/>
                </c:ext>
              </c:extLst>
            </c:dLbl>
            <c:dLbl>
              <c:idx val="14"/>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097-46E2-8549-D3B0ECD56925}"/>
                </c:ext>
              </c:extLst>
            </c:dLbl>
            <c:dLbl>
              <c:idx val="17"/>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097-46E2-8549-D3B0ECD56925}"/>
                </c:ext>
              </c:extLst>
            </c:dLbl>
            <c:dLbl>
              <c:idx val="18"/>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097-46E2-8549-D3B0ECD56925}"/>
                </c:ext>
              </c:extLst>
            </c:dLbl>
            <c:dLbl>
              <c:idx val="19"/>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097-46E2-8549-D3B0ECD56925}"/>
                </c:ext>
              </c:extLst>
            </c:dLbl>
            <c:dLbl>
              <c:idx val="20"/>
              <c:layout>
                <c:manualLayout>
                  <c:x val="0"/>
                  <c:y val="-6.3936063936063936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097-46E2-8549-D3B0ECD5692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45.484380000000002</c:v>
                </c:pt>
                <c:pt idx="1">
                  <c:v>53.036361999999997</c:v>
                </c:pt>
                <c:pt idx="2">
                  <c:v>70.294207</c:v>
                </c:pt>
                <c:pt idx="3">
                  <c:v>51.414617999999997</c:v>
                </c:pt>
                <c:pt idx="4">
                  <c:v>40.274245999999998</c:v>
                </c:pt>
                <c:pt idx="5">
                  <c:v>47.617699999999999</c:v>
                </c:pt>
                <c:pt idx="6">
                  <c:v>53.477449999999997</c:v>
                </c:pt>
                <c:pt idx="7">
                  <c:v>60.250109999999999</c:v>
                </c:pt>
                <c:pt idx="8">
                  <c:v>50.185929999999999</c:v>
                </c:pt>
                <c:pt idx="9">
                  <c:v>44.284610000000001</c:v>
                </c:pt>
                <c:pt idx="10">
                  <c:v>53.954279999999997</c:v>
                </c:pt>
                <c:pt idx="11">
                  <c:v>76.314040000000006</c:v>
                </c:pt>
                <c:pt idx="12">
                  <c:v>41.034709999999997</c:v>
                </c:pt>
                <c:pt idx="13">
                  <c:v>58.954650000000001</c:v>
                </c:pt>
                <c:pt idx="14">
                  <c:v>60.168689999999998</c:v>
                </c:pt>
                <c:pt idx="15">
                  <c:v>54.007669999999997</c:v>
                </c:pt>
                <c:pt idx="16">
                  <c:v>52.421109999999999</c:v>
                </c:pt>
                <c:pt idx="17">
                  <c:v>64.794870000000003</c:v>
                </c:pt>
                <c:pt idx="18">
                  <c:v>61.184463999999998</c:v>
                </c:pt>
                <c:pt idx="19">
                  <c:v>61.598039999999997</c:v>
                </c:pt>
                <c:pt idx="20">
                  <c:v>65.881249999999994</c:v>
                </c:pt>
              </c:numCache>
            </c:numRef>
          </c:val>
          <c:smooth val="0"/>
          <c:extLst>
            <c:ext xmlns:c16="http://schemas.microsoft.com/office/drawing/2014/chart" uri="{C3380CC4-5D6E-409C-BE32-E72D297353CC}">
              <c16:uniqueId val="{00000009-E097-46E2-8549-D3B0ECD56925}"/>
            </c:ext>
          </c:extLst>
        </c:ser>
        <c:dLbls>
          <c:showLegendKey val="0"/>
          <c:showVal val="0"/>
          <c:showCatName val="0"/>
          <c:showSerName val="0"/>
          <c:showPercent val="0"/>
          <c:showBubbleSize val="0"/>
        </c:dLbls>
        <c:smooth val="0"/>
        <c:axId val="8196256"/>
        <c:axId val="1"/>
      </c:lineChart>
      <c:catAx>
        <c:axId val="8196256"/>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80"/>
          <c:min val="4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8196256"/>
        <c:crosses val="min"/>
        <c:crossBetween val="midCat"/>
        <c:majorUnit val="5"/>
      </c:valAx>
    </c:plotArea>
    <c:plotVisOnly val="0"/>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798212956068497E-3"/>
          <c:y val="3.5131123206333499E-2"/>
          <c:w val="0.97002978406552498"/>
          <c:h val="0.93913904007916871"/>
        </c:manualLayout>
      </c:layout>
      <c:lineChart>
        <c:grouping val="standard"/>
        <c:varyColors val="0"/>
        <c:ser>
          <c:idx val="0"/>
          <c:order val="0"/>
          <c:spPr>
            <a:ln w="19050" algn="ctr">
              <a:solidFill>
                <a:srgbClr val="FFC000"/>
              </a:solidFill>
              <a:prstDash val="solid"/>
            </a:ln>
          </c:spPr>
          <c:marker>
            <c:symbol val="none"/>
          </c:marker>
          <c:dLbls>
            <c:dLbl>
              <c:idx val="0"/>
              <c:layout>
                <c:manualLayout>
                  <c:x val="1.2472077438570366E-2"/>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A20-4A1A-88D8-96F9C6C797DA}"/>
                </c:ext>
              </c:extLst>
            </c:dLbl>
            <c:dLbl>
              <c:idx val="1"/>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A20-4A1A-88D8-96F9C6C797DA}"/>
                </c:ext>
              </c:extLst>
            </c:dLbl>
            <c:dLbl>
              <c:idx val="2"/>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A20-4A1A-88D8-96F9C6C797DA}"/>
                </c:ext>
              </c:extLst>
            </c:dLbl>
            <c:dLbl>
              <c:idx val="3"/>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A20-4A1A-88D8-96F9C6C797DA}"/>
                </c:ext>
              </c:extLst>
            </c:dLbl>
            <c:dLbl>
              <c:idx val="4"/>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A20-4A1A-88D8-96F9C6C797DA}"/>
                </c:ext>
              </c:extLst>
            </c:dLbl>
            <c:dLbl>
              <c:idx val="5"/>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A20-4A1A-88D8-96F9C6C797DA}"/>
                </c:ext>
              </c:extLst>
            </c:dLbl>
            <c:dLbl>
              <c:idx val="6"/>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A20-4A1A-88D8-96F9C6C797DA}"/>
                </c:ext>
              </c:extLst>
            </c:dLbl>
            <c:dLbl>
              <c:idx val="7"/>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DA20-4A1A-88D8-96F9C6C797DA}"/>
                </c:ext>
              </c:extLst>
            </c:dLbl>
            <c:dLbl>
              <c:idx val="8"/>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DA20-4A1A-88D8-96F9C6C797DA}"/>
                </c:ext>
              </c:extLst>
            </c:dLbl>
            <c:dLbl>
              <c:idx val="9"/>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DA20-4A1A-88D8-96F9C6C797DA}"/>
                </c:ext>
              </c:extLst>
            </c:dLbl>
            <c:dLbl>
              <c:idx val="10"/>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DA20-4A1A-88D8-96F9C6C797DA}"/>
                </c:ext>
              </c:extLst>
            </c:dLbl>
            <c:dLbl>
              <c:idx val="11"/>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DA20-4A1A-88D8-96F9C6C797DA}"/>
                </c:ext>
              </c:extLst>
            </c:dLbl>
            <c:dLbl>
              <c:idx val="12"/>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DA20-4A1A-88D8-96F9C6C797DA}"/>
                </c:ext>
              </c:extLst>
            </c:dLbl>
            <c:dLbl>
              <c:idx val="13"/>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DA20-4A1A-88D8-96F9C6C797DA}"/>
                </c:ext>
              </c:extLst>
            </c:dLbl>
            <c:dLbl>
              <c:idx val="14"/>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DA20-4A1A-88D8-96F9C6C797DA}"/>
                </c:ext>
              </c:extLst>
            </c:dLbl>
            <c:dLbl>
              <c:idx val="15"/>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DA20-4A1A-88D8-96F9C6C797DA}"/>
                </c:ext>
              </c:extLst>
            </c:dLbl>
            <c:dLbl>
              <c:idx val="17"/>
              <c:layout>
                <c:manualLayout>
                  <c:x val="0"/>
                  <c:y val="-5.1459673428995545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DA20-4A1A-88D8-96F9C6C797DA}"/>
                </c:ext>
              </c:extLst>
            </c:dLbl>
            <c:dLbl>
              <c:idx val="20"/>
              <c:layout>
                <c:manualLayout>
                  <c:x val="0"/>
                  <c:y val="-6.3334982681840679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DA20-4A1A-88D8-96F9C6C797D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2.4420199999999999</c:v>
                </c:pt>
                <c:pt idx="1">
                  <c:v>2.91568</c:v>
                </c:pt>
                <c:pt idx="2">
                  <c:v>3.0269499999999998</c:v>
                </c:pt>
                <c:pt idx="3">
                  <c:v>1.61229</c:v>
                </c:pt>
                <c:pt idx="4">
                  <c:v>0.77322999999999997</c:v>
                </c:pt>
                <c:pt idx="5">
                  <c:v>2.3502900000000002</c:v>
                </c:pt>
                <c:pt idx="6">
                  <c:v>3.874228</c:v>
                </c:pt>
                <c:pt idx="7">
                  <c:v>5.65787</c:v>
                </c:pt>
                <c:pt idx="8">
                  <c:v>6.7278399999999996</c:v>
                </c:pt>
                <c:pt idx="9">
                  <c:v>6.5358700000000001</c:v>
                </c:pt>
                <c:pt idx="10">
                  <c:v>9.6018799999999995</c:v>
                </c:pt>
                <c:pt idx="11">
                  <c:v>10.82605</c:v>
                </c:pt>
                <c:pt idx="12">
                  <c:v>11.40394</c:v>
                </c:pt>
                <c:pt idx="13">
                  <c:v>11.539770000000001</c:v>
                </c:pt>
                <c:pt idx="14">
                  <c:v>12.37467</c:v>
                </c:pt>
                <c:pt idx="15">
                  <c:v>13.549630000000001</c:v>
                </c:pt>
                <c:pt idx="16">
                  <c:v>13.4239</c:v>
                </c:pt>
                <c:pt idx="17">
                  <c:v>28.205739999999999</c:v>
                </c:pt>
                <c:pt idx="18">
                  <c:v>23.185669999999998</c:v>
                </c:pt>
                <c:pt idx="19">
                  <c:v>22.884650000000001</c:v>
                </c:pt>
                <c:pt idx="20">
                  <c:v>27.407889999999998</c:v>
                </c:pt>
              </c:numCache>
            </c:numRef>
          </c:val>
          <c:smooth val="0"/>
          <c:extLst>
            <c:ext xmlns:c16="http://schemas.microsoft.com/office/drawing/2014/chart" uri="{C3380CC4-5D6E-409C-BE32-E72D297353CC}">
              <c16:uniqueId val="{00000012-DA20-4A1A-88D8-96F9C6C797DA}"/>
            </c:ext>
          </c:extLst>
        </c:ser>
        <c:dLbls>
          <c:showLegendKey val="0"/>
          <c:showVal val="0"/>
          <c:showCatName val="0"/>
          <c:showSerName val="0"/>
          <c:showPercent val="0"/>
          <c:showBubbleSize val="0"/>
        </c:dLbls>
        <c:smooth val="0"/>
        <c:axId val="117647872"/>
        <c:axId val="1"/>
      </c:lineChart>
      <c:catAx>
        <c:axId val="117647872"/>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30"/>
          <c:min val="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17647872"/>
        <c:crosses val="min"/>
        <c:crossBetween val="midCat"/>
        <c:majorUnit val="5"/>
      </c:valAx>
    </c:plotArea>
    <c:plotVisOnly val="0"/>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798212956068497E-3"/>
          <c:y val="2.5974025974025976E-2"/>
          <c:w val="0.97002978406552498"/>
          <c:h val="0.94805194805194803"/>
        </c:manualLayout>
      </c:layout>
      <c:lineChart>
        <c:grouping val="standard"/>
        <c:varyColors val="0"/>
        <c:ser>
          <c:idx val="0"/>
          <c:order val="0"/>
          <c:spPr>
            <a:ln w="19050" algn="ctr">
              <a:solidFill>
                <a:srgbClr val="FFC000"/>
              </a:solidFill>
              <a:prstDash val="solid"/>
            </a:ln>
          </c:spPr>
          <c:marker>
            <c:symbol val="none"/>
          </c:marker>
          <c:dLbls>
            <c:dLbl>
              <c:idx val="1"/>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C99-4820-AABF-0F1BEA5B02FB}"/>
                </c:ext>
              </c:extLst>
            </c:dLbl>
            <c:dLbl>
              <c:idx val="2"/>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C99-4820-AABF-0F1BEA5B02FB}"/>
                </c:ext>
              </c:extLst>
            </c:dLbl>
            <c:dLbl>
              <c:idx val="3"/>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C99-4820-AABF-0F1BEA5B02FB}"/>
                </c:ext>
              </c:extLst>
            </c:dLbl>
            <c:dLbl>
              <c:idx val="4"/>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C99-4820-AABF-0F1BEA5B02FB}"/>
                </c:ext>
              </c:extLst>
            </c:dLbl>
            <c:dLbl>
              <c:idx val="7"/>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C99-4820-AABF-0F1BEA5B02FB}"/>
                </c:ext>
              </c:extLst>
            </c:dLbl>
            <c:dLbl>
              <c:idx val="8"/>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AC99-4820-AABF-0F1BEA5B02FB}"/>
                </c:ext>
              </c:extLst>
            </c:dLbl>
            <c:dLbl>
              <c:idx val="10"/>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C99-4820-AABF-0F1BEA5B02FB}"/>
                </c:ext>
              </c:extLst>
            </c:dLbl>
            <c:dLbl>
              <c:idx val="11"/>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AC99-4820-AABF-0F1BEA5B02FB}"/>
                </c:ext>
              </c:extLst>
            </c:dLbl>
            <c:dLbl>
              <c:idx val="13"/>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AC99-4820-AABF-0F1BEA5B02FB}"/>
                </c:ext>
              </c:extLst>
            </c:dLbl>
            <c:dLbl>
              <c:idx val="14"/>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AC99-4820-AABF-0F1BEA5B02FB}"/>
                </c:ext>
              </c:extLst>
            </c:dLbl>
            <c:dLbl>
              <c:idx val="15"/>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AC99-4820-AABF-0F1BEA5B02FB}"/>
                </c:ext>
              </c:extLst>
            </c:dLbl>
            <c:dLbl>
              <c:idx val="17"/>
              <c:layout>
                <c:manualLayout>
                  <c:x val="0"/>
                  <c:y val="-5.1948051948051951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AC99-4820-AABF-0F1BEA5B02FB}"/>
                </c:ext>
              </c:extLst>
            </c:dLbl>
            <c:dLbl>
              <c:idx val="20"/>
              <c:layout>
                <c:manualLayout>
                  <c:x val="0"/>
                  <c:y val="-6.3936063936063936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AC99-4820-AABF-0F1BEA5B02F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9.9647799999999993</c:v>
                </c:pt>
                <c:pt idx="1">
                  <c:v>12.39184</c:v>
                </c:pt>
                <c:pt idx="2">
                  <c:v>14.24094</c:v>
                </c:pt>
                <c:pt idx="3">
                  <c:v>10.91994</c:v>
                </c:pt>
                <c:pt idx="4">
                  <c:v>11.023680000000001</c:v>
                </c:pt>
                <c:pt idx="5">
                  <c:v>11.83151</c:v>
                </c:pt>
                <c:pt idx="6">
                  <c:v>17.169198000000002</c:v>
                </c:pt>
                <c:pt idx="7">
                  <c:v>22.231169999999999</c:v>
                </c:pt>
                <c:pt idx="8">
                  <c:v>26.116209999999999</c:v>
                </c:pt>
                <c:pt idx="9">
                  <c:v>21.506060000000002</c:v>
                </c:pt>
                <c:pt idx="10">
                  <c:v>26.45147</c:v>
                </c:pt>
                <c:pt idx="11">
                  <c:v>29.33615</c:v>
                </c:pt>
                <c:pt idx="12">
                  <c:v>21.43384</c:v>
                </c:pt>
                <c:pt idx="13">
                  <c:v>25.206050000000001</c:v>
                </c:pt>
                <c:pt idx="14">
                  <c:v>28.749300000000002</c:v>
                </c:pt>
                <c:pt idx="15">
                  <c:v>25.25713</c:v>
                </c:pt>
                <c:pt idx="16">
                  <c:v>25.015778999999998</c:v>
                </c:pt>
                <c:pt idx="17">
                  <c:v>42.016190000000002</c:v>
                </c:pt>
                <c:pt idx="18">
                  <c:v>33.978569999999998</c:v>
                </c:pt>
                <c:pt idx="19">
                  <c:v>34.328830000000004</c:v>
                </c:pt>
                <c:pt idx="20">
                  <c:v>40.835979999999999</c:v>
                </c:pt>
              </c:numCache>
            </c:numRef>
          </c:val>
          <c:smooth val="0"/>
          <c:extLst>
            <c:ext xmlns:c16="http://schemas.microsoft.com/office/drawing/2014/chart" uri="{C3380CC4-5D6E-409C-BE32-E72D297353CC}">
              <c16:uniqueId val="{0000000D-AC99-4820-AABF-0F1BEA5B02FB}"/>
            </c:ext>
          </c:extLst>
        </c:ser>
        <c:dLbls>
          <c:showLegendKey val="0"/>
          <c:showVal val="0"/>
          <c:showCatName val="0"/>
          <c:showSerName val="0"/>
          <c:showPercent val="0"/>
          <c:showBubbleSize val="0"/>
        </c:dLbls>
        <c:smooth val="0"/>
        <c:axId val="1803831103"/>
        <c:axId val="1"/>
      </c:lineChart>
      <c:catAx>
        <c:axId val="1803831103"/>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45"/>
          <c:min val="5"/>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803831103"/>
        <c:crosses val="min"/>
        <c:crossBetween val="midCat"/>
        <c:majorUnit val="5"/>
      </c:valAx>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082779009608286E-3"/>
          <c:y val="9.7802671262386898E-2"/>
          <c:w val="0.96286031042128606"/>
          <c:h val="0.87979319258940114"/>
        </c:manualLayout>
      </c:layout>
      <c:lineChart>
        <c:grouping val="standard"/>
        <c:varyColors val="0"/>
        <c:ser>
          <c:idx val="0"/>
          <c:order val="0"/>
          <c:spPr>
            <a:ln w="19050" algn="ctr">
              <a:solidFill>
                <a:srgbClr val="FFC000"/>
              </a:solidFill>
              <a:prstDash val="solid"/>
            </a:ln>
          </c:spPr>
          <c:marker>
            <c:symbol val="none"/>
          </c:marker>
          <c:dLbls>
            <c:dLbl>
              <c:idx val="2"/>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883-4172-A80D-F4805393565A}"/>
                </c:ext>
              </c:extLst>
            </c:dLbl>
            <c:dLbl>
              <c:idx val="6"/>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883-4172-A80D-F4805393565A}"/>
                </c:ext>
              </c:extLst>
            </c:dLbl>
            <c:dLbl>
              <c:idx val="7"/>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883-4172-A80D-F4805393565A}"/>
                </c:ext>
              </c:extLst>
            </c:dLbl>
            <c:dLbl>
              <c:idx val="8"/>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883-4172-A80D-F4805393565A}"/>
                </c:ext>
              </c:extLst>
            </c:dLbl>
            <c:dLbl>
              <c:idx val="11"/>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883-4172-A80D-F4805393565A}"/>
                </c:ext>
              </c:extLst>
            </c:dLbl>
            <c:dLbl>
              <c:idx val="14"/>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883-4172-A80D-F4805393565A}"/>
                </c:ext>
              </c:extLst>
            </c:dLbl>
            <c:dLbl>
              <c:idx val="17"/>
              <c:layout>
                <c:manualLayout>
                  <c:x val="0"/>
                  <c:y val="-4.4808272296423958E-2"/>
                </c:manualLayout>
              </c:layout>
              <c:numFmt formatCode="#,##0;&quot;-&quot;#,##0" sourceLinked="0"/>
              <c:spPr>
                <a:noFill/>
                <a:ln>
                  <a:noFill/>
                </a:ln>
              </c:spPr>
              <c:txPr>
                <a:bodyPr wrap="none"/>
                <a:lstStyle/>
                <a:p>
                  <a:pPr>
                    <a:defRPr sz="1400" kern="1200">
                      <a:solidFill>
                        <a:schemeClr val="tx1"/>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883-4172-A80D-F4805393565A}"/>
                </c:ext>
              </c:extLst>
            </c:dLbl>
            <c:dLbl>
              <c:idx val="20"/>
              <c:layout>
                <c:manualLayout>
                  <c:x val="0"/>
                  <c:y val="-5.5148642826367944E-2"/>
                </c:manualLayout>
              </c:layout>
              <c:numFmt formatCode="#,##0;&quot;-&quot;#,##0" sourceLinked="0"/>
              <c:spPr>
                <a:noFill/>
                <a:ln>
                  <a:noFill/>
                </a:ln>
              </c:spPr>
              <c:txPr>
                <a:bodyPr wrap="none"/>
                <a:lstStyle/>
                <a:p>
                  <a:pPr>
                    <a:defRPr sz="1800" b="1" kern="1200">
                      <a:solidFill>
                        <a:srgbClr val="FFC000"/>
                      </a:solidFill>
                      <a:latin typeface="Arial"/>
                      <a:ea typeface="맑은 고딕"/>
                      <a:cs typeface="+mn-cs"/>
                    </a:defRPr>
                  </a:pPr>
                  <a:endParaRPr lang="ko-K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883-4172-A80D-F4805393565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Sheet1!$A$1:$U$1</c:f>
              <c:numCache>
                <c:formatCode>General</c:formatCode>
                <c:ptCount val="21"/>
                <c:pt idx="0">
                  <c:v>43.528519999999993</c:v>
                </c:pt>
                <c:pt idx="1">
                  <c:v>54.668839999999996</c:v>
                </c:pt>
                <c:pt idx="2">
                  <c:v>105.80732999999999</c:v>
                </c:pt>
                <c:pt idx="3">
                  <c:v>76.684129999999996</c:v>
                </c:pt>
                <c:pt idx="4">
                  <c:v>71.722340000000003</c:v>
                </c:pt>
                <c:pt idx="5">
                  <c:v>89.237268999999998</c:v>
                </c:pt>
                <c:pt idx="6">
                  <c:v>109.10412999999998</c:v>
                </c:pt>
                <c:pt idx="7">
                  <c:v>99.264299999999992</c:v>
                </c:pt>
                <c:pt idx="8">
                  <c:v>109.377214</c:v>
                </c:pt>
                <c:pt idx="9">
                  <c:v>89.954720000000009</c:v>
                </c:pt>
                <c:pt idx="10">
                  <c:v>117.59406000000001</c:v>
                </c:pt>
                <c:pt idx="11">
                  <c:v>164.44547499999999</c:v>
                </c:pt>
                <c:pt idx="12">
                  <c:v>112.74717999999999</c:v>
                </c:pt>
                <c:pt idx="13">
                  <c:v>129.7748</c:v>
                </c:pt>
                <c:pt idx="14">
                  <c:v>192.99143000000001</c:v>
                </c:pt>
                <c:pt idx="15">
                  <c:v>140.00629000000001</c:v>
                </c:pt>
                <c:pt idx="16">
                  <c:v>122.16265099999998</c:v>
                </c:pt>
                <c:pt idx="17">
                  <c:v>179.81654</c:v>
                </c:pt>
                <c:pt idx="18">
                  <c:v>143.48652999999996</c:v>
                </c:pt>
                <c:pt idx="19">
                  <c:v>132.74033</c:v>
                </c:pt>
                <c:pt idx="20">
                  <c:v>199.91024999999999</c:v>
                </c:pt>
              </c:numCache>
            </c:numRef>
          </c:val>
          <c:smooth val="0"/>
          <c:extLst>
            <c:ext xmlns:c16="http://schemas.microsoft.com/office/drawing/2014/chart" uri="{C3380CC4-5D6E-409C-BE32-E72D297353CC}">
              <c16:uniqueId val="{00000008-4883-4172-A80D-F4805393565A}"/>
            </c:ext>
          </c:extLst>
        </c:ser>
        <c:dLbls>
          <c:showLegendKey val="0"/>
          <c:showVal val="0"/>
          <c:showCatName val="0"/>
          <c:showSerName val="0"/>
          <c:showPercent val="0"/>
          <c:showBubbleSize val="0"/>
        </c:dLbls>
        <c:smooth val="0"/>
        <c:axId val="150304592"/>
        <c:axId val="1"/>
      </c:lineChart>
      <c:catAx>
        <c:axId val="150304592"/>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200"/>
          <c:min val="40"/>
        </c:scaling>
        <c:delete val="0"/>
        <c:axPos val="l"/>
        <c:majorGridlines>
          <c:spPr>
            <a:ln>
              <a:noFill/>
            </a:ln>
          </c:spPr>
        </c:majorGridlines>
        <c:numFmt formatCode="General" sourceLinked="1"/>
        <c:majorTickMark val="out"/>
        <c:minorTickMark val="none"/>
        <c:tickLblPos val="none"/>
        <c:spPr>
          <a:ln w="9525" algn="ctr">
            <a:solidFill>
              <a:schemeClr val="bg1"/>
            </a:solidFill>
            <a:prstDash val="solid"/>
          </a:ln>
        </c:spPr>
        <c:txPr>
          <a:bodyPr wrap="none"/>
          <a:lstStyle/>
          <a:p>
            <a:pPr>
              <a:defRPr sz="1400" kern="1200">
                <a:latin typeface="Arial"/>
                <a:ea typeface="맑은 고딕"/>
                <a:cs typeface="+mn-cs"/>
              </a:defRPr>
            </a:pPr>
            <a:endParaRPr lang="ko-KR"/>
          </a:p>
        </c:txPr>
        <c:crossAx val="150304592"/>
        <c:crosses val="min"/>
        <c:crossBetween val="midCat"/>
        <c:majorUnit val="20"/>
      </c:valAx>
    </c:plotArea>
    <c:plotVisOnly val="0"/>
    <c:dispBlanksAs val="gap"/>
    <c:showDLblsOverMax val="1"/>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18831" cy="493316"/>
          </a:xfrm>
          <a:prstGeom prst="rect">
            <a:avLst/>
          </a:prstGeom>
        </p:spPr>
        <p:txBody>
          <a:bodyPr vert="horz" lIns="90756" tIns="45377" rIns="90756" bIns="45377" rtlCol="0"/>
          <a:lstStyle>
            <a:lvl1pPr algn="l">
              <a:defRPr sz="1200"/>
            </a:lvl1pPr>
          </a:lstStyle>
          <a:p>
            <a:endParaRPr lang="ko-KR" altLang="en-US"/>
          </a:p>
        </p:txBody>
      </p:sp>
      <p:sp>
        <p:nvSpPr>
          <p:cNvPr id="3" name="날짜 개체 틀 2"/>
          <p:cNvSpPr>
            <a:spLocks noGrp="1"/>
          </p:cNvSpPr>
          <p:nvPr>
            <p:ph type="dt" idx="1"/>
          </p:nvPr>
        </p:nvSpPr>
        <p:spPr>
          <a:xfrm>
            <a:off x="3815375" y="0"/>
            <a:ext cx="2918831" cy="493316"/>
          </a:xfrm>
          <a:prstGeom prst="rect">
            <a:avLst/>
          </a:prstGeom>
        </p:spPr>
        <p:txBody>
          <a:bodyPr vert="horz" lIns="90756" tIns="45377" rIns="90756" bIns="45377" rtlCol="0"/>
          <a:lstStyle>
            <a:lvl1pPr algn="r">
              <a:defRPr sz="1200"/>
            </a:lvl1pPr>
          </a:lstStyle>
          <a:p>
            <a:fld id="{7CC397B6-49B3-423E-AFF4-3B89BA7A12DB}" type="datetimeFigureOut">
              <a:rPr lang="ko-KR" altLang="en-US" smtClean="0"/>
              <a:pPr/>
              <a:t>2026-10-07</a:t>
            </a:fld>
            <a:endParaRPr lang="ko-KR" altLang="en-US"/>
          </a:p>
        </p:txBody>
      </p:sp>
      <p:sp>
        <p:nvSpPr>
          <p:cNvPr id="4" name="슬라이드 이미지 개체 틀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0756" tIns="45377" rIns="90756" bIns="45377" rtlCol="0" anchor="ctr"/>
          <a:lstStyle/>
          <a:p>
            <a:endParaRPr lang="ko-KR" altLang="en-US"/>
          </a:p>
        </p:txBody>
      </p:sp>
      <p:sp>
        <p:nvSpPr>
          <p:cNvPr id="5" name="슬라이드 노트 개체 틀 4"/>
          <p:cNvSpPr>
            <a:spLocks noGrp="1"/>
          </p:cNvSpPr>
          <p:nvPr>
            <p:ph type="body" sz="quarter" idx="3"/>
          </p:nvPr>
        </p:nvSpPr>
        <p:spPr>
          <a:xfrm>
            <a:off x="673577" y="4686500"/>
            <a:ext cx="5388610" cy="4439841"/>
          </a:xfrm>
          <a:prstGeom prst="rect">
            <a:avLst/>
          </a:prstGeom>
        </p:spPr>
        <p:txBody>
          <a:bodyPr vert="horz" lIns="90756" tIns="45377" rIns="90756" bIns="45377"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371285"/>
            <a:ext cx="2918831" cy="493316"/>
          </a:xfrm>
          <a:prstGeom prst="rect">
            <a:avLst/>
          </a:prstGeom>
        </p:spPr>
        <p:txBody>
          <a:bodyPr vert="horz" lIns="90756" tIns="45377" rIns="90756" bIns="45377"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5"/>
            <a:ext cx="2918831" cy="493316"/>
          </a:xfrm>
          <a:prstGeom prst="rect">
            <a:avLst/>
          </a:prstGeom>
        </p:spPr>
        <p:txBody>
          <a:bodyPr vert="horz" lIns="90756" tIns="45377" rIns="90756" bIns="45377" rtlCol="0" anchor="b"/>
          <a:lstStyle>
            <a:lvl1pPr algn="r">
              <a:defRPr sz="1200"/>
            </a:lvl1pPr>
          </a:lstStyle>
          <a:p>
            <a:fld id="{CDA5F09D-C347-43F5-A420-20947A82FB87}" type="slidenum">
              <a:rPr lang="ko-KR" altLang="en-US" smtClean="0"/>
              <a:pPr/>
              <a:t>‹#›</a:t>
            </a:fld>
            <a:endParaRPr lang="ko-KR" altLang="en-US"/>
          </a:p>
        </p:txBody>
      </p:sp>
    </p:spTree>
    <p:extLst>
      <p:ext uri="{BB962C8B-B14F-4D97-AF65-F5344CB8AC3E}">
        <p14:creationId xmlns:p14="http://schemas.microsoft.com/office/powerpoint/2010/main" val="269648046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경기광주 김도섭 본부장</a:t>
            </a:r>
          </a:p>
          <a:p>
            <a:r>
              <a:t>버전 1: 황금의 문을 여는 개척자</a:t>
            </a:r>
          </a:p>
          <a:p>
            <a:r>
              <a:t>완성된 이미지 한 장을 배치한 16:9 슬라이드입니다.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 센트럴 박운형 본부장</a:t>
            </a:r>
          </a:p>
          <a:p>
            <a:r>
              <a:t>버전 1: 미래의 지휘관</a:t>
            </a:r>
          </a:p>
          <a:p>
            <a:r>
              <a:t>완성된 이미지 한 장을 배치한 16:9 슬라이드입니다.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 수원광교 권지윤 본부장</a:t>
            </a:r>
          </a:p>
          <a:p>
            <a:r>
              <a:t>버전 1: 별을 깨우는 마법사</a:t>
            </a:r>
          </a:p>
          <a:p>
            <a:r>
              <a:t>완성된 이미지 한 장을 배치한 16:9 슬라이드입니다.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 RCM2 전성욱 본부장</a:t>
            </a:r>
          </a:p>
          <a:p>
            <a:r>
              <a:t>버전 3: 천공의 제국 — 글씨체 수정 최종본</a:t>
            </a:r>
          </a:p>
          <a:p>
            <a:r>
              <a:t>완성된 이미지 한 장을 배치한 16:9 슬라이드입니다.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CDA5F09D-C347-43F5-A420-20947A82FB87}" type="slidenum">
              <a:rPr lang="ko-KR" altLang="en-US" smtClean="0"/>
              <a:pPr/>
              <a:t>33</a:t>
            </a:fld>
            <a:endParaRPr lang="ko-KR" altLang="en-US"/>
          </a:p>
        </p:txBody>
      </p:sp>
    </p:spTree>
    <p:extLst>
      <p:ext uri="{BB962C8B-B14F-4D97-AF65-F5344CB8AC3E}">
        <p14:creationId xmlns:p14="http://schemas.microsoft.com/office/powerpoint/2010/main" val="709388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영업하며 한 번쯤, 이런 꿈 꿔 보셨을 겁니다. 고객을 매일 아침 누가 추천해 준다면. 약관을 공시실에 들어갈 필요 없이 바로 볼 수 있다면. 보장분석, 설계, 리포트까지 자동으로 만들어 준다면. YOUR TURN. 이제, MeAI로 그 꿈이 현실이 될 차례입니다.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MeAI 홈 화면입니다. 아침에 MeAI를 열면, 오늘 연락할 추천 고객 아홉 분이 이유와 함께 먼저 와 있습니다. 예를 들어 이 고객은 상령일이 2주 남았고 암진단비가 1천만원뿐이라는 이유가 한 문장으로 적혀 있습니다. 누구에게, 왜 지금 연락할지 고민하던 시간을 MeAI가 대신합니다. 그리고 홈에서 바로 대화로 이어지고, 약관도 대화로 바로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MeAI 홈이 오늘 연락할 고객을 추천하고, 홈에서 바로 일반대화와 맞춤대화로 이어집니다. 일반대화에서는 공시실에 들어가지 않아도 약관을 바로 확인합니다. 맞춤대화에서 AI가 고객의 부족한 보장을 분석하고, 예산을 말하면 설계안을 잡아 줍니다. 고객에게 보여 줄 답변을 골라 확인하면, 리포트가 카카오톡으로 고객에게 갑니다. 찾고, 묻고, 분석하고, 설계하고, 보내는 일. 이 모든 과정이 MeAI 하나로 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숫자로 보겠습니다. MeAI를 활용한 경우 체결률이 12.7%에서 35.4%, 2.8배였습니다. 원래 잘하는 사람이라서일까요? 같은 FP의 고객끼리 비교해도 9.0%에서 36.0%, 4배였습니다. 질문이 의미가 있을까요? 질문을 한 개만 한 경우보다 세 개 이상 한 경우 평균 가계약이 12건에서 28건, 2.3배였습니다. (출처: 2026년 8월 TA채널 MeAI 사용 데이터 분석)</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주인공을 꿈꾸는 사람들에게, 주인공으로 만들어주는 AI를. 메리츠의 MeAI입니다.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4.jpe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userDrawn="1">
            <p:custDataLst>
              <p:tags r:id="rId2"/>
            </p:custDataLst>
            <p:extLst>
              <p:ext uri="{D42A27DB-BD31-4B8C-83A1-F6EECF244321}">
                <p14:modId xmlns:p14="http://schemas.microsoft.com/office/powerpoint/2010/main" val="1136301526"/>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4421804" name="think-cell Slide" r:id="rId4" imgW="360" imgH="360" progId="TCLayout.ActiveDocument.1">
                  <p:embed/>
                </p:oleObj>
              </mc:Choice>
              <mc:Fallback>
                <p:oleObj name="think-cell Slide" r:id="rId4" imgW="360" imgH="360" progId="TCLayout.ActiveDocument.1">
                  <p:embed/>
                  <p:pic>
                    <p:nvPicPr>
                      <p:cNvPr id="0" name="Picture 27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ctrTitle" hasCustomPrompt="1"/>
          </p:nvPr>
        </p:nvSpPr>
        <p:spPr>
          <a:xfrm>
            <a:off x="247653" y="2490741"/>
            <a:ext cx="8642349" cy="553998"/>
          </a:xfrm>
        </p:spPr>
        <p:txBody>
          <a:bodyPr>
            <a:spAutoFit/>
          </a:bodyPr>
          <a:lstStyle>
            <a:lvl1pPr>
              <a:defRPr sz="3600" baseline="0"/>
            </a:lvl1pPr>
          </a:lstStyle>
          <a:p>
            <a:r>
              <a:rPr lang="ko-KR" altLang="en-US" dirty="0"/>
              <a:t>제목을 입력하세요</a:t>
            </a:r>
          </a:p>
        </p:txBody>
      </p:sp>
      <p:sp>
        <p:nvSpPr>
          <p:cNvPr id="3" name="부제목 2"/>
          <p:cNvSpPr>
            <a:spLocks noGrp="1"/>
          </p:cNvSpPr>
          <p:nvPr>
            <p:ph type="subTitle" idx="1" hasCustomPrompt="1"/>
          </p:nvPr>
        </p:nvSpPr>
        <p:spPr>
          <a:xfrm>
            <a:off x="250829" y="3246828"/>
            <a:ext cx="8642349" cy="276999"/>
          </a:xfrm>
        </p:spPr>
        <p:txBody>
          <a:bodyPr lIns="0" tIns="0" rIns="0" bIns="0">
            <a:spAutoFit/>
          </a:bodyPr>
          <a:lstStyle>
            <a:lvl1pPr marL="0" indent="0" algn="l" latinLnBrk="0">
              <a:buNone/>
              <a:defRPr baseline="0">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err="1"/>
              <a:t>필요시</a:t>
            </a:r>
            <a:r>
              <a:rPr lang="ko-KR" altLang="en-US" dirty="0"/>
              <a:t> 부제목을 입력하세요</a:t>
            </a:r>
          </a:p>
        </p:txBody>
      </p:sp>
      <p:sp>
        <p:nvSpPr>
          <p:cNvPr id="11" name="그림 개체 틀 10"/>
          <p:cNvSpPr>
            <a:spLocks noGrp="1"/>
          </p:cNvSpPr>
          <p:nvPr>
            <p:ph type="pic" sz="quarter" idx="13"/>
          </p:nvPr>
        </p:nvSpPr>
        <p:spPr>
          <a:xfrm>
            <a:off x="0" y="2"/>
            <a:ext cx="9144000" cy="2409824"/>
          </a:xfrm>
        </p:spPr>
        <p:txBody>
          <a:bodyPr/>
          <a:lstStyle>
            <a:lvl1pPr>
              <a:defRPr baseline="0"/>
            </a:lvl1pPr>
          </a:lstStyle>
          <a:p>
            <a:endParaRPr lang="ko-KR" altLang="en-US" dirty="0"/>
          </a:p>
        </p:txBody>
      </p:sp>
      <p:sp>
        <p:nvSpPr>
          <p:cNvPr id="14" name="텍스트 개체 틀 13"/>
          <p:cNvSpPr>
            <a:spLocks noGrp="1"/>
          </p:cNvSpPr>
          <p:nvPr>
            <p:ph type="body" sz="quarter" idx="14" hasCustomPrompt="1"/>
          </p:nvPr>
        </p:nvSpPr>
        <p:spPr>
          <a:xfrm>
            <a:off x="246609" y="3570687"/>
            <a:ext cx="8645525" cy="246221"/>
          </a:xfrm>
        </p:spPr>
        <p:txBody>
          <a:bodyPr lIns="0" tIns="0" rIns="0" bIns="0">
            <a:spAutoFit/>
          </a:bodyPr>
          <a:lstStyle>
            <a:lvl1pPr marL="0" indent="0" latinLnBrk="0">
              <a:buFontTx/>
              <a:buNone/>
              <a:defRPr sz="1600" baseline="0"/>
            </a:lvl1pPr>
          </a:lstStyle>
          <a:p>
            <a:pPr lvl="0"/>
            <a:r>
              <a:rPr lang="ko-KR" altLang="en-US" dirty="0"/>
              <a:t>작성자 또는 작성 조직</a:t>
            </a:r>
          </a:p>
        </p:txBody>
      </p:sp>
      <p:sp>
        <p:nvSpPr>
          <p:cNvPr id="16" name="텍스트 개체 틀 15"/>
          <p:cNvSpPr>
            <a:spLocks noGrp="1"/>
          </p:cNvSpPr>
          <p:nvPr>
            <p:ph type="body" sz="quarter" idx="15" hasCustomPrompt="1"/>
          </p:nvPr>
        </p:nvSpPr>
        <p:spPr>
          <a:xfrm>
            <a:off x="250830" y="3899255"/>
            <a:ext cx="8642351" cy="246221"/>
          </a:xfrm>
        </p:spPr>
        <p:txBody>
          <a:bodyPr lIns="0" tIns="0" rIns="0" bIns="0">
            <a:spAutoFit/>
          </a:bodyPr>
          <a:lstStyle>
            <a:lvl1pPr marL="0" indent="0" latinLnBrk="0">
              <a:buFontTx/>
              <a:buNone/>
              <a:defRPr sz="1600" baseline="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ko-KR" altLang="en-US" dirty="0"/>
              <a:t>작성일자</a:t>
            </a:r>
          </a:p>
        </p:txBody>
      </p:sp>
    </p:spTree>
    <p:extLst>
      <p:ext uri="{BB962C8B-B14F-4D97-AF65-F5344CB8AC3E}">
        <p14:creationId xmlns:p14="http://schemas.microsoft.com/office/powerpoint/2010/main" val="683990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userDrawn="1">
            <p:custDataLst>
              <p:tags r:id="rId2"/>
            </p:custDataLst>
            <p:extLst>
              <p:ext uri="{D42A27DB-BD31-4B8C-83A1-F6EECF244321}">
                <p14:modId xmlns:p14="http://schemas.microsoft.com/office/powerpoint/2010/main" val="3990728829"/>
              </p:ext>
            </p:extLst>
          </p:nvPr>
        </p:nvGraphicFramePr>
        <p:xfrm>
          <a:off x="1283" y="1194"/>
          <a:ext cx="1280" cy="1190"/>
        </p:xfrm>
        <a:graphic>
          <a:graphicData uri="http://schemas.openxmlformats.org/presentationml/2006/ole">
            <mc:AlternateContent xmlns:mc="http://schemas.openxmlformats.org/markup-compatibility/2006">
              <mc:Choice xmlns:v="urn:schemas-microsoft-com:vml" Requires="v">
                <p:oleObj spid="_x0000_s4420784" name="think-cell Slide" r:id="rId4" imgW="360" imgH="360" progId="TCLayout.ActiveDocument.1">
                  <p:embed/>
                </p:oleObj>
              </mc:Choice>
              <mc:Fallback>
                <p:oleObj name="think-cell Slide" r:id="rId4" imgW="360" imgH="360" progId="TCLayout.ActiveDocument.1">
                  <p:embed/>
                  <p:pic>
                    <p:nvPicPr>
                      <p:cNvPr id="0" name="Picture 27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3" y="1194"/>
                        <a:ext cx="1280"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title" hasCustomPrompt="1"/>
          </p:nvPr>
        </p:nvSpPr>
        <p:spPr/>
        <p:txBody>
          <a:bodyPr/>
          <a:lstStyle>
            <a:lvl1pPr>
              <a:defRPr baseline="0"/>
            </a:lvl1pPr>
          </a:lstStyle>
          <a:p>
            <a:r>
              <a:rPr lang="en-US" altLang="ko-KR" dirty="0"/>
              <a:t>Main Message</a:t>
            </a:r>
            <a:endParaRPr lang="ko-KR" altLang="en-US" dirty="0"/>
          </a:p>
        </p:txBody>
      </p:sp>
      <p:sp>
        <p:nvSpPr>
          <p:cNvPr id="3" name="내용 개체 틀 2"/>
          <p:cNvSpPr>
            <a:spLocks noGrp="1"/>
          </p:cNvSpPr>
          <p:nvPr>
            <p:ph idx="1"/>
          </p:nvPr>
        </p:nvSpPr>
        <p:spPr>
          <a:xfrm>
            <a:off x="250826" y="1464469"/>
            <a:ext cx="8821739" cy="3375423"/>
          </a:xfrm>
        </p:spPr>
        <p:txBody>
          <a:bodyPr>
            <a:normAutofit/>
          </a:bodyPr>
          <a:lstStyle>
            <a:lvl1pPr>
              <a:defRPr sz="1800" baseline="0"/>
            </a:lvl1pPr>
            <a:lvl2pPr>
              <a:defRPr sz="1800" baseline="0"/>
            </a:lvl2pPr>
            <a:lvl3pPr>
              <a:defRPr sz="1800" baseline="0"/>
            </a:lvl3pPr>
            <a:lvl4pPr>
              <a:defRPr sz="1800" baseline="0"/>
            </a:lvl4pPr>
            <a:lvl5pPr>
              <a:defRPr sz="1800" baseline="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1" name="텍스트 개체 틀 10"/>
          <p:cNvSpPr>
            <a:spLocks noGrp="1"/>
          </p:cNvSpPr>
          <p:nvPr>
            <p:ph type="body" sz="quarter" idx="13" hasCustomPrompt="1"/>
          </p:nvPr>
        </p:nvSpPr>
        <p:spPr>
          <a:xfrm>
            <a:off x="250830" y="1087044"/>
            <a:ext cx="8642351" cy="377428"/>
          </a:xfrm>
        </p:spPr>
        <p:txBody>
          <a:bodyPr lIns="0" tIns="0" rIns="0" bIns="0">
            <a:noAutofit/>
          </a:bodyPr>
          <a:lstStyle>
            <a:lvl1pPr marL="0" indent="0" latinLnBrk="0">
              <a:spcBef>
                <a:spcPts val="0"/>
              </a:spcBef>
              <a:buFontTx/>
              <a:buNone/>
              <a:defRPr sz="1800" b="1" baseline="0"/>
            </a:lvl1pPr>
            <a:lvl2pPr marL="0" indent="0" latinLnBrk="0">
              <a:spcBef>
                <a:spcPts val="0"/>
              </a:spcBef>
              <a:buFontTx/>
              <a:buNone/>
              <a:defRPr sz="1000" baseline="0">
                <a:solidFill>
                  <a:schemeClr val="bg1">
                    <a:lumMod val="65000"/>
                  </a:schemeClr>
                </a:solidFill>
              </a:defRPr>
            </a:lvl2pPr>
            <a:lvl3pPr marL="914400" indent="0">
              <a:buFontTx/>
              <a:buNone/>
              <a:defRPr sz="1800"/>
            </a:lvl3pPr>
            <a:lvl4pPr marL="1371600" indent="0">
              <a:buFontTx/>
              <a:buNone/>
              <a:defRPr sz="1800"/>
            </a:lvl4pPr>
            <a:lvl5pPr marL="1828800" indent="0">
              <a:buFontTx/>
              <a:buNone/>
              <a:defRPr sz="1800"/>
            </a:lvl5pPr>
          </a:lstStyle>
          <a:p>
            <a:pPr lvl="0"/>
            <a:r>
              <a:rPr lang="en-US" altLang="ko-KR" dirty="0"/>
              <a:t>Sub Message</a:t>
            </a:r>
            <a:endParaRPr lang="ko-KR" altLang="en-US" dirty="0"/>
          </a:p>
          <a:p>
            <a:pPr lvl="1"/>
            <a:r>
              <a:rPr lang="en-US" altLang="ko-KR" dirty="0"/>
              <a:t>%, </a:t>
            </a:r>
            <a:r>
              <a:rPr lang="ko-KR" altLang="en-US" dirty="0"/>
              <a:t>억</a:t>
            </a:r>
          </a:p>
        </p:txBody>
      </p:sp>
      <p:sp>
        <p:nvSpPr>
          <p:cNvPr id="13" name="텍스트 개체 틀 12"/>
          <p:cNvSpPr>
            <a:spLocks noGrp="1"/>
          </p:cNvSpPr>
          <p:nvPr>
            <p:ph type="body" sz="quarter" idx="14" hasCustomPrompt="1"/>
          </p:nvPr>
        </p:nvSpPr>
        <p:spPr>
          <a:xfrm>
            <a:off x="250830" y="4867005"/>
            <a:ext cx="7129487" cy="248841"/>
          </a:xfrm>
        </p:spPr>
        <p:txBody>
          <a:bodyPr lIns="0" tIns="0" rIns="0" bIns="0" anchor="b" anchorCtr="0">
            <a:normAutofit/>
          </a:bodyPr>
          <a:lstStyle>
            <a:lvl1pPr marL="0" indent="0">
              <a:buFont typeface="+mj-lt"/>
              <a:buNone/>
              <a:defRPr sz="900" baseline="0"/>
            </a:lvl1pPr>
            <a:lvl2pPr marL="971550" indent="-514350">
              <a:buFont typeface="+mj-lt"/>
              <a:buAutoNum type="arabicPeriod"/>
              <a:defRPr sz="900"/>
            </a:lvl2pPr>
            <a:lvl3pPr marL="1371600" indent="-457200">
              <a:buFont typeface="+mj-lt"/>
              <a:buAutoNum type="arabicPeriod"/>
              <a:defRPr sz="900"/>
            </a:lvl3pPr>
            <a:lvl4pPr marL="1828800" indent="-457200">
              <a:buFont typeface="+mj-lt"/>
              <a:buAutoNum type="arabicPeriod"/>
              <a:defRPr sz="900"/>
            </a:lvl4pPr>
            <a:lvl5pPr marL="2286000" indent="-457200">
              <a:buFont typeface="+mj-lt"/>
              <a:buAutoNum type="arabicPeriod"/>
              <a:defRPr sz="900"/>
            </a:lvl5pPr>
          </a:lstStyle>
          <a:p>
            <a:pPr lvl="0"/>
            <a:r>
              <a:rPr lang="en-US" altLang="ko-KR" dirty="0"/>
              <a:t>Source :  </a:t>
            </a:r>
            <a:endParaRPr lang="ko-KR" altLang="en-US" dirty="0"/>
          </a:p>
        </p:txBody>
      </p:sp>
    </p:spTree>
    <p:extLst>
      <p:ext uri="{BB962C8B-B14F-4D97-AF65-F5344CB8AC3E}">
        <p14:creationId xmlns:p14="http://schemas.microsoft.com/office/powerpoint/2010/main" val="2923093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Message Only">
    <p:spTree>
      <p:nvGrpSpPr>
        <p:cNvPr id="1" name=""/>
        <p:cNvGrpSpPr/>
        <p:nvPr/>
      </p:nvGrpSpPr>
      <p:grpSpPr>
        <a:xfrm>
          <a:off x="0" y="0"/>
          <a:ext cx="0" cy="0"/>
          <a:chOff x="0" y="0"/>
          <a:chExt cx="0" cy="0"/>
        </a:xfrm>
      </p:grpSpPr>
      <p:graphicFrame>
        <p:nvGraphicFramePr>
          <p:cNvPr id="3" name="개체 2" hidden="1"/>
          <p:cNvGraphicFramePr>
            <a:graphicFrameLocks noChangeAspect="1"/>
          </p:cNvGraphicFramePr>
          <p:nvPr userDrawn="1">
            <p:custDataLst>
              <p:tags r:id="rId2"/>
            </p:custDataLst>
            <p:extLst>
              <p:ext uri="{D42A27DB-BD31-4B8C-83A1-F6EECF244321}">
                <p14:modId xmlns:p14="http://schemas.microsoft.com/office/powerpoint/2010/main" val="4034894378"/>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3453515" name="think-cell Slide" r:id="rId4" imgW="270" imgH="270" progId="TCLayout.ActiveDocument.1">
                  <p:embed/>
                </p:oleObj>
              </mc:Choice>
              <mc:Fallback>
                <p:oleObj name="think-cell Slide" r:id="rId4" imgW="270" imgH="270" progId="TCLayout.ActiveDocument.1">
                  <p:embed/>
                  <p:pic>
                    <p:nvPicPr>
                      <p:cNvPr id="0" name="Picture 10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4431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of Document">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49424" y="2267712"/>
            <a:ext cx="4645152" cy="608076"/>
          </a:xfrm>
          <a:prstGeom prst="rect">
            <a:avLst/>
          </a:prstGeom>
        </p:spPr>
      </p:pic>
    </p:spTree>
    <p:extLst>
      <p:ext uri="{BB962C8B-B14F-4D97-AF65-F5344CB8AC3E}">
        <p14:creationId xmlns:p14="http://schemas.microsoft.com/office/powerpoint/2010/main" val="132617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3401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userDrawn="1">
            <p:custDataLst>
              <p:tags r:id="rId2"/>
            </p:custDataLst>
            <p:extLst>
              <p:ext uri="{D42A27DB-BD31-4B8C-83A1-F6EECF244321}">
                <p14:modId xmlns:p14="http://schemas.microsoft.com/office/powerpoint/2010/main" val="260005212"/>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4423849" name="think-cell Slide" r:id="rId4" imgW="360" imgH="360" progId="TCLayout.ActiveDocument.1">
                  <p:embed/>
                </p:oleObj>
              </mc:Choice>
              <mc:Fallback>
                <p:oleObj name="think-cell Slide" r:id="rId4" imgW="360" imgH="360" progId="TCLayout.ActiveDocument.1">
                  <p:embed/>
                  <p:pic>
                    <p:nvPicPr>
                      <p:cNvPr id="0" name="Picture 6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ctrTitle" hasCustomPrompt="1"/>
          </p:nvPr>
        </p:nvSpPr>
        <p:spPr>
          <a:xfrm>
            <a:off x="247653" y="2490741"/>
            <a:ext cx="8642349" cy="553998"/>
          </a:xfrm>
        </p:spPr>
        <p:txBody>
          <a:bodyPr>
            <a:spAutoFit/>
          </a:bodyPr>
          <a:lstStyle>
            <a:lvl1pPr>
              <a:defRPr sz="3600" baseline="0"/>
            </a:lvl1pPr>
          </a:lstStyle>
          <a:p>
            <a:r>
              <a:rPr lang="ko-KR" altLang="en-US" dirty="0"/>
              <a:t>제목을 입력하세요</a:t>
            </a:r>
          </a:p>
        </p:txBody>
      </p:sp>
      <p:sp>
        <p:nvSpPr>
          <p:cNvPr id="3" name="부제목 2"/>
          <p:cNvSpPr>
            <a:spLocks noGrp="1"/>
          </p:cNvSpPr>
          <p:nvPr>
            <p:ph type="subTitle" idx="1" hasCustomPrompt="1"/>
          </p:nvPr>
        </p:nvSpPr>
        <p:spPr>
          <a:xfrm>
            <a:off x="250829" y="3246828"/>
            <a:ext cx="8642349" cy="276999"/>
          </a:xfrm>
        </p:spPr>
        <p:txBody>
          <a:bodyPr lIns="0" tIns="0" rIns="0" bIns="0">
            <a:spAutoFit/>
          </a:bodyPr>
          <a:lstStyle>
            <a:lvl1pPr marL="0" indent="0" algn="l" latinLnBrk="0">
              <a:buNone/>
              <a:defRPr baseline="0">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err="1"/>
              <a:t>필요시</a:t>
            </a:r>
            <a:r>
              <a:rPr lang="ko-KR" altLang="en-US" dirty="0"/>
              <a:t> 부제목을 입력하세요</a:t>
            </a:r>
          </a:p>
        </p:txBody>
      </p:sp>
      <p:sp>
        <p:nvSpPr>
          <p:cNvPr id="11" name="그림 개체 틀 10"/>
          <p:cNvSpPr>
            <a:spLocks noGrp="1"/>
          </p:cNvSpPr>
          <p:nvPr>
            <p:ph type="pic" sz="quarter" idx="13"/>
          </p:nvPr>
        </p:nvSpPr>
        <p:spPr>
          <a:xfrm>
            <a:off x="0" y="2"/>
            <a:ext cx="9144000" cy="2409824"/>
          </a:xfrm>
        </p:spPr>
        <p:txBody>
          <a:bodyPr/>
          <a:lstStyle>
            <a:lvl1pPr>
              <a:defRPr baseline="0"/>
            </a:lvl1pPr>
          </a:lstStyle>
          <a:p>
            <a:endParaRPr lang="ko-KR" altLang="en-US" dirty="0"/>
          </a:p>
        </p:txBody>
      </p:sp>
      <p:pic>
        <p:nvPicPr>
          <p:cNvPr id="12" name="그림 1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50825" y="4407694"/>
            <a:ext cx="2438400" cy="288292"/>
          </a:xfrm>
          <a:prstGeom prst="rect">
            <a:avLst/>
          </a:prstGeom>
        </p:spPr>
      </p:pic>
      <p:sp>
        <p:nvSpPr>
          <p:cNvPr id="14" name="텍스트 개체 틀 13"/>
          <p:cNvSpPr>
            <a:spLocks noGrp="1"/>
          </p:cNvSpPr>
          <p:nvPr>
            <p:ph type="body" sz="quarter" idx="14" hasCustomPrompt="1"/>
          </p:nvPr>
        </p:nvSpPr>
        <p:spPr>
          <a:xfrm>
            <a:off x="246609" y="3570687"/>
            <a:ext cx="8645525" cy="246221"/>
          </a:xfrm>
        </p:spPr>
        <p:txBody>
          <a:bodyPr lIns="0" tIns="0" rIns="0" bIns="0">
            <a:spAutoFit/>
          </a:bodyPr>
          <a:lstStyle>
            <a:lvl1pPr marL="0" indent="0" latinLnBrk="0">
              <a:buFontTx/>
              <a:buNone/>
              <a:defRPr sz="1600" baseline="0"/>
            </a:lvl1pPr>
          </a:lstStyle>
          <a:p>
            <a:pPr lvl="0"/>
            <a:r>
              <a:rPr lang="ko-KR" altLang="en-US" dirty="0"/>
              <a:t>작성자 또는 작성 조직</a:t>
            </a:r>
          </a:p>
        </p:txBody>
      </p:sp>
      <p:sp>
        <p:nvSpPr>
          <p:cNvPr id="16" name="텍스트 개체 틀 15"/>
          <p:cNvSpPr>
            <a:spLocks noGrp="1"/>
          </p:cNvSpPr>
          <p:nvPr>
            <p:ph type="body" sz="quarter" idx="15" hasCustomPrompt="1"/>
          </p:nvPr>
        </p:nvSpPr>
        <p:spPr>
          <a:xfrm>
            <a:off x="250830" y="3899255"/>
            <a:ext cx="8642351" cy="246221"/>
          </a:xfrm>
        </p:spPr>
        <p:txBody>
          <a:bodyPr lIns="0" tIns="0" rIns="0" bIns="0">
            <a:spAutoFit/>
          </a:bodyPr>
          <a:lstStyle>
            <a:lvl1pPr marL="0" indent="0" latinLnBrk="0">
              <a:buFontTx/>
              <a:buNone/>
              <a:defRPr sz="1600" baseline="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ko-KR" altLang="en-US" dirty="0"/>
              <a:t>작성일자</a:t>
            </a:r>
          </a:p>
        </p:txBody>
      </p:sp>
    </p:spTree>
    <p:extLst>
      <p:ext uri="{BB962C8B-B14F-4D97-AF65-F5344CB8AC3E}">
        <p14:creationId xmlns:p14="http://schemas.microsoft.com/office/powerpoint/2010/main" val="47021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userDrawn="1">
            <p:custDataLst>
              <p:tags r:id="rId2"/>
            </p:custDataLst>
            <p:extLst>
              <p:ext uri="{D42A27DB-BD31-4B8C-83A1-F6EECF244321}">
                <p14:modId xmlns:p14="http://schemas.microsoft.com/office/powerpoint/2010/main" val="2808591785"/>
              </p:ext>
            </p:extLst>
          </p:nvPr>
        </p:nvGraphicFramePr>
        <p:xfrm>
          <a:off x="1283" y="1194"/>
          <a:ext cx="1280" cy="1190"/>
        </p:xfrm>
        <a:graphic>
          <a:graphicData uri="http://schemas.openxmlformats.org/presentationml/2006/ole">
            <mc:AlternateContent xmlns:mc="http://schemas.openxmlformats.org/markup-compatibility/2006">
              <mc:Choice xmlns:v="urn:schemas-microsoft-com:vml" Requires="v">
                <p:oleObj spid="_x0000_s4424871" name="think-cell Slide" r:id="rId4" imgW="360" imgH="360" progId="TCLayout.ActiveDocument.1">
                  <p:embed/>
                </p:oleObj>
              </mc:Choice>
              <mc:Fallback>
                <p:oleObj name="think-cell Slide" r:id="rId4" imgW="360" imgH="360" progId="TCLayout.ActiveDocument.1">
                  <p:embed/>
                  <p:pic>
                    <p:nvPicPr>
                      <p:cNvPr id="0" name="Picture 6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3" y="1194"/>
                        <a:ext cx="1280"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title" hasCustomPrompt="1"/>
          </p:nvPr>
        </p:nvSpPr>
        <p:spPr/>
        <p:txBody>
          <a:bodyPr/>
          <a:lstStyle>
            <a:lvl1pPr>
              <a:defRPr baseline="0"/>
            </a:lvl1pPr>
          </a:lstStyle>
          <a:p>
            <a:r>
              <a:rPr lang="en-US" altLang="ko-KR" dirty="0"/>
              <a:t>Main Message</a:t>
            </a:r>
            <a:endParaRPr lang="ko-KR" altLang="en-US" dirty="0"/>
          </a:p>
        </p:txBody>
      </p:sp>
      <p:sp>
        <p:nvSpPr>
          <p:cNvPr id="3" name="내용 개체 틀 2"/>
          <p:cNvSpPr>
            <a:spLocks noGrp="1"/>
          </p:cNvSpPr>
          <p:nvPr>
            <p:ph idx="1"/>
          </p:nvPr>
        </p:nvSpPr>
        <p:spPr>
          <a:xfrm>
            <a:off x="250826" y="1464469"/>
            <a:ext cx="8821739" cy="3375423"/>
          </a:xfrm>
        </p:spPr>
        <p:txBody>
          <a:bodyPr>
            <a:normAutofit/>
          </a:bodyPr>
          <a:lstStyle>
            <a:lvl1pPr>
              <a:defRPr sz="1800" baseline="0"/>
            </a:lvl1pPr>
            <a:lvl2pPr>
              <a:defRPr sz="1800" baseline="0"/>
            </a:lvl2pPr>
            <a:lvl3pPr>
              <a:defRPr sz="1800" baseline="0"/>
            </a:lvl3pPr>
            <a:lvl4pPr>
              <a:defRPr sz="1800" baseline="0"/>
            </a:lvl4pPr>
            <a:lvl5pPr>
              <a:defRPr sz="1800" baseline="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1" name="텍스트 개체 틀 10"/>
          <p:cNvSpPr>
            <a:spLocks noGrp="1"/>
          </p:cNvSpPr>
          <p:nvPr>
            <p:ph type="body" sz="quarter" idx="13" hasCustomPrompt="1"/>
          </p:nvPr>
        </p:nvSpPr>
        <p:spPr>
          <a:xfrm>
            <a:off x="250830" y="1087044"/>
            <a:ext cx="8642351" cy="377428"/>
          </a:xfrm>
        </p:spPr>
        <p:txBody>
          <a:bodyPr lIns="0" tIns="0" rIns="0" bIns="0">
            <a:noAutofit/>
          </a:bodyPr>
          <a:lstStyle>
            <a:lvl1pPr marL="0" indent="0" latinLnBrk="0">
              <a:spcBef>
                <a:spcPts val="0"/>
              </a:spcBef>
              <a:buFontTx/>
              <a:buNone/>
              <a:defRPr sz="1800" b="1" baseline="0"/>
            </a:lvl1pPr>
            <a:lvl2pPr marL="0" indent="0" latinLnBrk="0">
              <a:spcBef>
                <a:spcPts val="0"/>
              </a:spcBef>
              <a:buFontTx/>
              <a:buNone/>
              <a:defRPr sz="1000" baseline="0">
                <a:solidFill>
                  <a:schemeClr val="bg1">
                    <a:lumMod val="65000"/>
                  </a:schemeClr>
                </a:solidFill>
              </a:defRPr>
            </a:lvl2pPr>
            <a:lvl3pPr marL="914400" indent="0">
              <a:buFontTx/>
              <a:buNone/>
              <a:defRPr sz="1800"/>
            </a:lvl3pPr>
            <a:lvl4pPr marL="1371600" indent="0">
              <a:buFontTx/>
              <a:buNone/>
              <a:defRPr sz="1800"/>
            </a:lvl4pPr>
            <a:lvl5pPr marL="1828800" indent="0">
              <a:buFontTx/>
              <a:buNone/>
              <a:defRPr sz="1800"/>
            </a:lvl5pPr>
          </a:lstStyle>
          <a:p>
            <a:pPr lvl="0"/>
            <a:r>
              <a:rPr lang="en-US" altLang="ko-KR" dirty="0"/>
              <a:t>Sub Message</a:t>
            </a:r>
            <a:endParaRPr lang="ko-KR" altLang="en-US" dirty="0"/>
          </a:p>
          <a:p>
            <a:pPr lvl="1"/>
            <a:r>
              <a:rPr lang="en-US" altLang="ko-KR" dirty="0"/>
              <a:t>%, </a:t>
            </a:r>
            <a:r>
              <a:rPr lang="ko-KR" altLang="en-US" dirty="0"/>
              <a:t>억</a:t>
            </a:r>
          </a:p>
        </p:txBody>
      </p:sp>
      <p:sp>
        <p:nvSpPr>
          <p:cNvPr id="13" name="텍스트 개체 틀 12"/>
          <p:cNvSpPr>
            <a:spLocks noGrp="1"/>
          </p:cNvSpPr>
          <p:nvPr>
            <p:ph type="body" sz="quarter" idx="14" hasCustomPrompt="1"/>
          </p:nvPr>
        </p:nvSpPr>
        <p:spPr>
          <a:xfrm>
            <a:off x="250830" y="4867005"/>
            <a:ext cx="7129487" cy="248841"/>
          </a:xfrm>
        </p:spPr>
        <p:txBody>
          <a:bodyPr lIns="0" tIns="0" rIns="0" bIns="0" anchor="b" anchorCtr="0">
            <a:normAutofit/>
          </a:bodyPr>
          <a:lstStyle>
            <a:lvl1pPr marL="0" indent="0">
              <a:buFont typeface="+mj-lt"/>
              <a:buNone/>
              <a:defRPr sz="900" baseline="0"/>
            </a:lvl1pPr>
            <a:lvl2pPr marL="971550" indent="-514350">
              <a:buFont typeface="+mj-lt"/>
              <a:buAutoNum type="arabicPeriod"/>
              <a:defRPr sz="900"/>
            </a:lvl2pPr>
            <a:lvl3pPr marL="1371600" indent="-457200">
              <a:buFont typeface="+mj-lt"/>
              <a:buAutoNum type="arabicPeriod"/>
              <a:defRPr sz="900"/>
            </a:lvl3pPr>
            <a:lvl4pPr marL="1828800" indent="-457200">
              <a:buFont typeface="+mj-lt"/>
              <a:buAutoNum type="arabicPeriod"/>
              <a:defRPr sz="900"/>
            </a:lvl4pPr>
            <a:lvl5pPr marL="2286000" indent="-457200">
              <a:buFont typeface="+mj-lt"/>
              <a:buAutoNum type="arabicPeriod"/>
              <a:defRPr sz="900"/>
            </a:lvl5pPr>
          </a:lstStyle>
          <a:p>
            <a:pPr lvl="0"/>
            <a:r>
              <a:rPr lang="en-US" altLang="ko-KR" dirty="0"/>
              <a:t>Source :  </a:t>
            </a:r>
            <a:endParaRPr lang="ko-KR" altLang="en-US" dirty="0"/>
          </a:p>
        </p:txBody>
      </p:sp>
    </p:spTree>
    <p:extLst>
      <p:ext uri="{BB962C8B-B14F-4D97-AF65-F5344CB8AC3E}">
        <p14:creationId xmlns:p14="http://schemas.microsoft.com/office/powerpoint/2010/main" val="258593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 Message Only">
    <p:spTree>
      <p:nvGrpSpPr>
        <p:cNvPr id="1" name=""/>
        <p:cNvGrpSpPr/>
        <p:nvPr/>
      </p:nvGrpSpPr>
      <p:grpSpPr>
        <a:xfrm>
          <a:off x="0" y="0"/>
          <a:ext cx="0" cy="0"/>
          <a:chOff x="0" y="0"/>
          <a:chExt cx="0" cy="0"/>
        </a:xfrm>
      </p:grpSpPr>
      <p:graphicFrame>
        <p:nvGraphicFramePr>
          <p:cNvPr id="3" name="개체 2" hidden="1"/>
          <p:cNvGraphicFramePr>
            <a:graphicFrameLocks noChangeAspect="1"/>
          </p:cNvGraphicFramePr>
          <p:nvPr userDrawn="1">
            <p:custDataLst>
              <p:tags r:id="rId2"/>
            </p:custDataLst>
            <p:extLst>
              <p:ext uri="{D42A27DB-BD31-4B8C-83A1-F6EECF244321}">
                <p14:modId xmlns:p14="http://schemas.microsoft.com/office/powerpoint/2010/main" val="3917093631"/>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390092" name="think-cell Slide" r:id="rId4" imgW="270" imgH="270" progId="TCLayout.ActiveDocument.1">
                  <p:embed/>
                </p:oleObj>
              </mc:Choice>
              <mc:Fallback>
                <p:oleObj name="think-cell Slide" r:id="rId4" imgW="270" imgH="270" progId="TCLayout.ActiveDocument.1">
                  <p:embed/>
                  <p:pic>
                    <p:nvPicPr>
                      <p:cNvPr id="0" name="Picture 6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89153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of Document">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49424" y="2267712"/>
            <a:ext cx="4645152" cy="700082"/>
          </a:xfrm>
          <a:prstGeom prst="rect">
            <a:avLst/>
          </a:prstGeom>
        </p:spPr>
      </p:pic>
    </p:spTree>
    <p:extLst>
      <p:ext uri="{BB962C8B-B14F-4D97-AF65-F5344CB8AC3E}">
        <p14:creationId xmlns:p14="http://schemas.microsoft.com/office/powerpoint/2010/main" val="1162948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slideLayout" Target="../slideLayouts/slideLayout8.xml"/><Relationship Id="rId7" Type="http://schemas.openxmlformats.org/officeDocument/2006/relationships/tags" Target="../tags/tag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vmlDrawing" Target="../drawings/vmlDrawing5.vml"/><Relationship Id="rId5"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p:custDataLst>
              <p:tags r:id="rId8"/>
            </p:custDataLst>
            <p:extLst>
              <p:ext uri="{D42A27DB-BD31-4B8C-83A1-F6EECF244321}">
                <p14:modId xmlns:p14="http://schemas.microsoft.com/office/powerpoint/2010/main" val="4078138024"/>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4022658" name="think-cell Slide" r:id="rId9" imgW="360" imgH="360" progId="TCLayout.ActiveDocument.1">
                  <p:embed/>
                </p:oleObj>
              </mc:Choice>
              <mc:Fallback>
                <p:oleObj name="think-cell Slide" r:id="rId9" imgW="360" imgH="360" progId="TCLayout.ActiveDocument.1">
                  <p:embed/>
                  <p:pic>
                    <p:nvPicPr>
                      <p:cNvPr id="0" name="Picture 29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개체 틀 1"/>
          <p:cNvSpPr>
            <a:spLocks noGrp="1"/>
          </p:cNvSpPr>
          <p:nvPr>
            <p:ph type="title"/>
          </p:nvPr>
        </p:nvSpPr>
        <p:spPr>
          <a:xfrm>
            <a:off x="250830" y="87680"/>
            <a:ext cx="8642351" cy="323831"/>
          </a:xfrm>
          <a:prstGeom prst="rect">
            <a:avLst/>
          </a:prstGeom>
        </p:spPr>
        <p:txBody>
          <a:bodyPr vert="horz" lIns="0" tIns="0" rIns="0" bIns="0" rtlCol="0" anchor="t" anchorCtr="0">
            <a:noAutofit/>
          </a:bodyPr>
          <a:lstStyle/>
          <a:p>
            <a:r>
              <a:rPr lang="en-US" altLang="ko-KR" dirty="0"/>
              <a:t>Main Message – </a:t>
            </a:r>
            <a:r>
              <a:rPr lang="ko-KR" altLang="en-US" dirty="0"/>
              <a:t>최대한 </a:t>
            </a:r>
            <a:r>
              <a:rPr lang="en-US" altLang="ko-KR" dirty="0"/>
              <a:t>2</a:t>
            </a:r>
            <a:r>
              <a:rPr lang="ko-KR" altLang="en-US" dirty="0"/>
              <a:t>줄을 넘기지 않습니다</a:t>
            </a:r>
          </a:p>
        </p:txBody>
      </p:sp>
      <p:sp>
        <p:nvSpPr>
          <p:cNvPr id="3" name="텍스트 개체 틀 2"/>
          <p:cNvSpPr>
            <a:spLocks noGrp="1"/>
          </p:cNvSpPr>
          <p:nvPr>
            <p:ph type="body" idx="1"/>
          </p:nvPr>
        </p:nvSpPr>
        <p:spPr>
          <a:xfrm>
            <a:off x="250829" y="1221584"/>
            <a:ext cx="8642349" cy="3671887"/>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 name="TextBox 9"/>
          <p:cNvSpPr txBox="1"/>
          <p:nvPr/>
        </p:nvSpPr>
        <p:spPr>
          <a:xfrm>
            <a:off x="8699312" y="5005251"/>
            <a:ext cx="265176" cy="70947"/>
          </a:xfrm>
          <a:prstGeom prst="rect">
            <a:avLst/>
          </a:prstGeom>
          <a:noFill/>
          <a:ln w="6350">
            <a:noFill/>
            <a:miter lim="800000"/>
          </a:ln>
        </p:spPr>
        <p:txBody>
          <a:bodyPr wrap="none" lIns="0" tIns="0" rIns="0" bIns="0" rtlCol="0" anchor="ctr" anchorCtr="0">
            <a:noAutofit/>
          </a:bodyPr>
          <a:lstStyle/>
          <a:p>
            <a:pPr algn="ctr"/>
            <a:fld id="{6CE8C368-3382-4C28-AE75-DF7C05ACA19D}" type="slidenum">
              <a:rPr lang="en-US" sz="1400" b="1">
                <a:solidFill>
                  <a:schemeClr val="tx1"/>
                </a:solidFill>
                <a:latin typeface="Arial" panose="020B0604020202020204" pitchFamily="34" charset="0"/>
                <a:cs typeface="Arial" panose="020B0604020202020204" pitchFamily="34" charset="0"/>
              </a:rPr>
              <a:pPr algn="ctr"/>
              <a:t>‹#›</a:t>
            </a:fld>
            <a:endParaRPr lang="en-US" sz="1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667800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65" r:id="rId3"/>
    <p:sldLayoutId id="2147483666" r:id="rId4"/>
    <p:sldLayoutId id="2147483727" r:id="rId5"/>
  </p:sldLayoutIdLst>
  <p:hf hdr="0" ftr="0" dt="0"/>
  <p:txStyles>
    <p:title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p:titleStyle>
    <p:body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개체 6" hidden="1"/>
          <p:cNvGraphicFramePr>
            <a:graphicFrameLocks noChangeAspect="1"/>
          </p:cNvGraphicFramePr>
          <p:nvPr>
            <p:custDataLst>
              <p:tags r:id="rId7"/>
            </p:custDataLst>
            <p:extLst>
              <p:ext uri="{D42A27DB-BD31-4B8C-83A1-F6EECF244321}">
                <p14:modId xmlns:p14="http://schemas.microsoft.com/office/powerpoint/2010/main" val="1009213783"/>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4017672" name="think-cell Slide" r:id="rId8" imgW="360" imgH="360" progId="TCLayout.ActiveDocument.1">
                  <p:embed/>
                </p:oleObj>
              </mc:Choice>
              <mc:Fallback>
                <p:oleObj name="think-cell Slide" r:id="rId8" imgW="360" imgH="360" progId="TCLayout.ActiveDocument.1">
                  <p:embed/>
                  <p:pic>
                    <p:nvPicPr>
                      <p:cNvPr id="0" name="Picture 80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제목 개체 틀 1"/>
          <p:cNvSpPr>
            <a:spLocks noGrp="1"/>
          </p:cNvSpPr>
          <p:nvPr>
            <p:ph type="title"/>
          </p:nvPr>
        </p:nvSpPr>
        <p:spPr>
          <a:xfrm>
            <a:off x="250830" y="87680"/>
            <a:ext cx="8642351" cy="323831"/>
          </a:xfrm>
          <a:prstGeom prst="rect">
            <a:avLst/>
          </a:prstGeom>
        </p:spPr>
        <p:txBody>
          <a:bodyPr vert="horz" lIns="0" tIns="0" rIns="0" bIns="0" rtlCol="0" anchor="t" anchorCtr="0">
            <a:noAutofit/>
          </a:bodyPr>
          <a:lstStyle/>
          <a:p>
            <a:r>
              <a:rPr lang="en-US" altLang="ko-KR" dirty="0"/>
              <a:t>Main Message – </a:t>
            </a:r>
            <a:r>
              <a:rPr lang="ko-KR" altLang="en-US" dirty="0"/>
              <a:t>최대한 </a:t>
            </a:r>
            <a:r>
              <a:rPr lang="en-US" altLang="ko-KR" dirty="0"/>
              <a:t>2</a:t>
            </a:r>
            <a:r>
              <a:rPr lang="ko-KR" altLang="en-US" dirty="0"/>
              <a:t>줄을 넘기지 않습니다</a:t>
            </a:r>
          </a:p>
        </p:txBody>
      </p:sp>
      <p:sp>
        <p:nvSpPr>
          <p:cNvPr id="3" name="텍스트 개체 틀 2"/>
          <p:cNvSpPr>
            <a:spLocks noGrp="1"/>
          </p:cNvSpPr>
          <p:nvPr>
            <p:ph type="body" idx="1"/>
          </p:nvPr>
        </p:nvSpPr>
        <p:spPr>
          <a:xfrm>
            <a:off x="250829" y="1221584"/>
            <a:ext cx="8642349" cy="3671887"/>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874887111"/>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Lst>
  <p:hf hdr="0" ftr="0" dt="0"/>
  <p:txStyles>
    <p:title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p:titleStyle>
    <p:body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s/_rels/slide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vmlDrawing" Target="../drawings/vmlDrawing10.v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5.png"/><Relationship Id="rId2" Type="http://schemas.openxmlformats.org/officeDocument/2006/relationships/tags" Target="../tags/tag13.xml"/><Relationship Id="rId1" Type="http://schemas.openxmlformats.org/officeDocument/2006/relationships/vmlDrawing" Target="../drawings/vmlDrawing11.vml"/><Relationship Id="rId6" Type="http://schemas.openxmlformats.org/officeDocument/2006/relationships/image" Target="../media/image2.emf"/><Relationship Id="rId5" Type="http://schemas.openxmlformats.org/officeDocument/2006/relationships/oleObject" Target="../embeddings/oleObject11.bin"/><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6.xml"/><Relationship Id="rId7" Type="http://schemas.openxmlformats.org/officeDocument/2006/relationships/image" Target="../media/image7.png"/><Relationship Id="rId2" Type="http://schemas.openxmlformats.org/officeDocument/2006/relationships/tags" Target="../tags/tag15.xml"/><Relationship Id="rId1" Type="http://schemas.openxmlformats.org/officeDocument/2006/relationships/vmlDrawing" Target="../drawings/vmlDrawing12.vml"/><Relationship Id="rId6" Type="http://schemas.openxmlformats.org/officeDocument/2006/relationships/image" Target="../media/image2.emf"/><Relationship Id="rId5" Type="http://schemas.openxmlformats.org/officeDocument/2006/relationships/oleObject" Target="../embeddings/oleObject12.bin"/><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vmlDrawing" Target="../drawings/vmlDrawing13.vml"/><Relationship Id="rId6" Type="http://schemas.openxmlformats.org/officeDocument/2006/relationships/image" Target="../media/image2.emf"/><Relationship Id="rId5" Type="http://schemas.openxmlformats.org/officeDocument/2006/relationships/oleObject" Target="../embeddings/oleObject13.bin"/><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9.png"/><Relationship Id="rId2" Type="http://schemas.openxmlformats.org/officeDocument/2006/relationships/tags" Target="../tags/tag19.xml"/><Relationship Id="rId1" Type="http://schemas.openxmlformats.org/officeDocument/2006/relationships/vmlDrawing" Target="../drawings/vmlDrawing14.vml"/><Relationship Id="rId6" Type="http://schemas.openxmlformats.org/officeDocument/2006/relationships/image" Target="../media/image2.emf"/><Relationship Id="rId5" Type="http://schemas.openxmlformats.org/officeDocument/2006/relationships/oleObject" Target="../embeddings/oleObject14.bin"/><Relationship Id="rId4"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image" Target="../media/image2.emf"/><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oleObject" Target="../embeddings/oleObject15.bin"/><Relationship Id="rId2" Type="http://schemas.openxmlformats.org/officeDocument/2006/relationships/tags" Target="../tags/tag21.xml"/><Relationship Id="rId16" Type="http://schemas.openxmlformats.org/officeDocument/2006/relationships/slideLayout" Target="../slideLayouts/slideLayout3.xml"/><Relationship Id="rId1" Type="http://schemas.openxmlformats.org/officeDocument/2006/relationships/vmlDrawing" Target="../drawings/vmlDrawing15.v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chart" Target="../charts/chart1.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9.xml.rels><?xml version="1.0" encoding="UTF-8" standalone="yes"?>
<Relationships xmlns="http://schemas.openxmlformats.org/package/2006/relationships"><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tags" Target="../tags/tag59.xml"/><Relationship Id="rId39" Type="http://schemas.openxmlformats.org/officeDocument/2006/relationships/slideLayout" Target="../slideLayouts/slideLayout3.xml"/><Relationship Id="rId21" Type="http://schemas.openxmlformats.org/officeDocument/2006/relationships/tags" Target="../tags/tag54.xml"/><Relationship Id="rId34" Type="http://schemas.openxmlformats.org/officeDocument/2006/relationships/tags" Target="../tags/tag67.xml"/><Relationship Id="rId42" Type="http://schemas.openxmlformats.org/officeDocument/2006/relationships/chart" Target="../charts/chart2.xml"/><Relationship Id="rId7" Type="http://schemas.openxmlformats.org/officeDocument/2006/relationships/tags" Target="../tags/tag40.xml"/><Relationship Id="rId2" Type="http://schemas.openxmlformats.org/officeDocument/2006/relationships/tags" Target="../tags/tag35.xml"/><Relationship Id="rId16" Type="http://schemas.openxmlformats.org/officeDocument/2006/relationships/tags" Target="../tags/tag49.xml"/><Relationship Id="rId29" Type="http://schemas.openxmlformats.org/officeDocument/2006/relationships/tags" Target="../tags/tag62.xml"/><Relationship Id="rId1" Type="http://schemas.openxmlformats.org/officeDocument/2006/relationships/vmlDrawing" Target="../drawings/vmlDrawing16.v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32" Type="http://schemas.openxmlformats.org/officeDocument/2006/relationships/tags" Target="../tags/tag65.xml"/><Relationship Id="rId37" Type="http://schemas.openxmlformats.org/officeDocument/2006/relationships/tags" Target="../tags/tag70.xml"/><Relationship Id="rId40" Type="http://schemas.openxmlformats.org/officeDocument/2006/relationships/oleObject" Target="../embeddings/oleObject16.bin"/><Relationship Id="rId45" Type="http://schemas.openxmlformats.org/officeDocument/2006/relationships/chart" Target="../charts/chart5.xm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tags" Target="../tags/tag61.xml"/><Relationship Id="rId36" Type="http://schemas.openxmlformats.org/officeDocument/2006/relationships/tags" Target="../tags/tag69.xml"/><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tags" Target="../tags/tag64.xml"/><Relationship Id="rId44" Type="http://schemas.openxmlformats.org/officeDocument/2006/relationships/chart" Target="../charts/chart4.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tags" Target="../tags/tag60.xml"/><Relationship Id="rId30" Type="http://schemas.openxmlformats.org/officeDocument/2006/relationships/tags" Target="../tags/tag63.xml"/><Relationship Id="rId35" Type="http://schemas.openxmlformats.org/officeDocument/2006/relationships/tags" Target="../tags/tag68.xml"/><Relationship Id="rId43" Type="http://schemas.openxmlformats.org/officeDocument/2006/relationships/chart" Target="../charts/chart3.xml"/><Relationship Id="rId8" Type="http://schemas.openxmlformats.org/officeDocument/2006/relationships/tags" Target="../tags/tag41.xml"/><Relationship Id="rId3" Type="http://schemas.openxmlformats.org/officeDocument/2006/relationships/tags" Target="../tags/tag36.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tags" Target="../tags/tag58.xml"/><Relationship Id="rId33" Type="http://schemas.openxmlformats.org/officeDocument/2006/relationships/tags" Target="../tags/tag66.xml"/><Relationship Id="rId38" Type="http://schemas.openxmlformats.org/officeDocument/2006/relationships/tags" Target="../tags/tag71.xml"/><Relationship Id="rId46" Type="http://schemas.openxmlformats.org/officeDocument/2006/relationships/chart" Target="../charts/chart6.xml"/><Relationship Id="rId20" Type="http://schemas.openxmlformats.org/officeDocument/2006/relationships/tags" Target="../tags/tag53.xml"/><Relationship Id="rId41" Type="http://schemas.openxmlformats.org/officeDocument/2006/relationships/image" Target="../media/image2.emf"/></Relationships>
</file>

<file path=ppt/slides/_rels/slide10.xml.rels><?xml version="1.0" encoding="UTF-8" standalone="yes"?>
<Relationships xmlns="http://schemas.openxmlformats.org/package/2006/relationships"><Relationship Id="rId13" Type="http://schemas.openxmlformats.org/officeDocument/2006/relationships/tags" Target="../tags/tag83.xml"/><Relationship Id="rId18" Type="http://schemas.openxmlformats.org/officeDocument/2006/relationships/tags" Target="../tags/tag88.xml"/><Relationship Id="rId26" Type="http://schemas.openxmlformats.org/officeDocument/2006/relationships/tags" Target="../tags/tag96.xml"/><Relationship Id="rId39" Type="http://schemas.openxmlformats.org/officeDocument/2006/relationships/slideLayout" Target="../slideLayouts/slideLayout3.xml"/><Relationship Id="rId21" Type="http://schemas.openxmlformats.org/officeDocument/2006/relationships/tags" Target="../tags/tag91.xml"/><Relationship Id="rId34" Type="http://schemas.openxmlformats.org/officeDocument/2006/relationships/tags" Target="../tags/tag104.xml"/><Relationship Id="rId42" Type="http://schemas.openxmlformats.org/officeDocument/2006/relationships/chart" Target="../charts/chart7.xml"/><Relationship Id="rId7" Type="http://schemas.openxmlformats.org/officeDocument/2006/relationships/tags" Target="../tags/tag77.xml"/><Relationship Id="rId2" Type="http://schemas.openxmlformats.org/officeDocument/2006/relationships/tags" Target="../tags/tag72.xml"/><Relationship Id="rId16" Type="http://schemas.openxmlformats.org/officeDocument/2006/relationships/tags" Target="../tags/tag86.xml"/><Relationship Id="rId29" Type="http://schemas.openxmlformats.org/officeDocument/2006/relationships/tags" Target="../tags/tag99.xml"/><Relationship Id="rId1" Type="http://schemas.openxmlformats.org/officeDocument/2006/relationships/vmlDrawing" Target="../drawings/vmlDrawing17.vml"/><Relationship Id="rId6" Type="http://schemas.openxmlformats.org/officeDocument/2006/relationships/tags" Target="../tags/tag76.xml"/><Relationship Id="rId11" Type="http://schemas.openxmlformats.org/officeDocument/2006/relationships/tags" Target="../tags/tag81.xml"/><Relationship Id="rId24" Type="http://schemas.openxmlformats.org/officeDocument/2006/relationships/tags" Target="../tags/tag94.xml"/><Relationship Id="rId32" Type="http://schemas.openxmlformats.org/officeDocument/2006/relationships/tags" Target="../tags/tag102.xml"/><Relationship Id="rId37" Type="http://schemas.openxmlformats.org/officeDocument/2006/relationships/tags" Target="../tags/tag107.xml"/><Relationship Id="rId40" Type="http://schemas.openxmlformats.org/officeDocument/2006/relationships/oleObject" Target="../embeddings/oleObject17.bin"/><Relationship Id="rId45" Type="http://schemas.openxmlformats.org/officeDocument/2006/relationships/chart" Target="../charts/chart10.xml"/><Relationship Id="rId5" Type="http://schemas.openxmlformats.org/officeDocument/2006/relationships/tags" Target="../tags/tag75.xml"/><Relationship Id="rId15" Type="http://schemas.openxmlformats.org/officeDocument/2006/relationships/tags" Target="../tags/tag85.xml"/><Relationship Id="rId23" Type="http://schemas.openxmlformats.org/officeDocument/2006/relationships/tags" Target="../tags/tag93.xml"/><Relationship Id="rId28" Type="http://schemas.openxmlformats.org/officeDocument/2006/relationships/tags" Target="../tags/tag98.xml"/><Relationship Id="rId36" Type="http://schemas.openxmlformats.org/officeDocument/2006/relationships/tags" Target="../tags/tag106.xml"/><Relationship Id="rId10" Type="http://schemas.openxmlformats.org/officeDocument/2006/relationships/tags" Target="../tags/tag80.xml"/><Relationship Id="rId19" Type="http://schemas.openxmlformats.org/officeDocument/2006/relationships/tags" Target="../tags/tag89.xml"/><Relationship Id="rId31" Type="http://schemas.openxmlformats.org/officeDocument/2006/relationships/tags" Target="../tags/tag101.xml"/><Relationship Id="rId44" Type="http://schemas.openxmlformats.org/officeDocument/2006/relationships/chart" Target="../charts/chart9.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tags" Target="../tags/tag92.xml"/><Relationship Id="rId27" Type="http://schemas.openxmlformats.org/officeDocument/2006/relationships/tags" Target="../tags/tag97.xml"/><Relationship Id="rId30" Type="http://schemas.openxmlformats.org/officeDocument/2006/relationships/tags" Target="../tags/tag100.xml"/><Relationship Id="rId35" Type="http://schemas.openxmlformats.org/officeDocument/2006/relationships/tags" Target="../tags/tag105.xml"/><Relationship Id="rId43" Type="http://schemas.openxmlformats.org/officeDocument/2006/relationships/chart" Target="../charts/chart8.xml"/><Relationship Id="rId8" Type="http://schemas.openxmlformats.org/officeDocument/2006/relationships/tags" Target="../tags/tag78.xml"/><Relationship Id="rId3" Type="http://schemas.openxmlformats.org/officeDocument/2006/relationships/tags" Target="../tags/tag73.xml"/><Relationship Id="rId12" Type="http://schemas.openxmlformats.org/officeDocument/2006/relationships/tags" Target="../tags/tag82.xml"/><Relationship Id="rId17" Type="http://schemas.openxmlformats.org/officeDocument/2006/relationships/tags" Target="../tags/tag87.xml"/><Relationship Id="rId25" Type="http://schemas.openxmlformats.org/officeDocument/2006/relationships/tags" Target="../tags/tag95.xml"/><Relationship Id="rId33" Type="http://schemas.openxmlformats.org/officeDocument/2006/relationships/tags" Target="../tags/tag103.xml"/><Relationship Id="rId38" Type="http://schemas.openxmlformats.org/officeDocument/2006/relationships/tags" Target="../tags/tag108.xml"/><Relationship Id="rId46" Type="http://schemas.openxmlformats.org/officeDocument/2006/relationships/chart" Target="../charts/chart11.xml"/><Relationship Id="rId20" Type="http://schemas.openxmlformats.org/officeDocument/2006/relationships/tags" Target="../tags/tag90.xml"/><Relationship Id="rId41" Type="http://schemas.openxmlformats.org/officeDocument/2006/relationships/image" Target="../media/image2.emf"/></Relationships>
</file>

<file path=ppt/slides/_rels/slide11.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18" Type="http://schemas.openxmlformats.org/officeDocument/2006/relationships/slideLayout" Target="../slideLayouts/slideLayout3.xml"/><Relationship Id="rId3" Type="http://schemas.openxmlformats.org/officeDocument/2006/relationships/tags" Target="../tags/tag110.xml"/><Relationship Id="rId21" Type="http://schemas.openxmlformats.org/officeDocument/2006/relationships/chart" Target="../charts/chart12.xml"/><Relationship Id="rId7" Type="http://schemas.openxmlformats.org/officeDocument/2006/relationships/tags" Target="../tags/tag114.xml"/><Relationship Id="rId12" Type="http://schemas.openxmlformats.org/officeDocument/2006/relationships/tags" Target="../tags/tag119.xml"/><Relationship Id="rId17" Type="http://schemas.openxmlformats.org/officeDocument/2006/relationships/tags" Target="../tags/tag124.xml"/><Relationship Id="rId2" Type="http://schemas.openxmlformats.org/officeDocument/2006/relationships/tags" Target="../tags/tag109.xml"/><Relationship Id="rId16" Type="http://schemas.openxmlformats.org/officeDocument/2006/relationships/tags" Target="../tags/tag123.xml"/><Relationship Id="rId20" Type="http://schemas.openxmlformats.org/officeDocument/2006/relationships/image" Target="../media/image2.emf"/><Relationship Id="rId1" Type="http://schemas.openxmlformats.org/officeDocument/2006/relationships/vmlDrawing" Target="../drawings/vmlDrawing18.v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5" Type="http://schemas.openxmlformats.org/officeDocument/2006/relationships/tags" Target="../tags/tag122.xml"/><Relationship Id="rId23" Type="http://schemas.openxmlformats.org/officeDocument/2006/relationships/image" Target="../media/image10.png"/><Relationship Id="rId10" Type="http://schemas.openxmlformats.org/officeDocument/2006/relationships/tags" Target="../tags/tag117.xml"/><Relationship Id="rId19" Type="http://schemas.openxmlformats.org/officeDocument/2006/relationships/oleObject" Target="../embeddings/oleObject18.bin"/><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tags" Target="../tags/tag121.xml"/><Relationship Id="rId22" Type="http://schemas.openxmlformats.org/officeDocument/2006/relationships/chart" Target="../charts/chart13.xml"/></Relationships>
</file>

<file path=ppt/slides/_rels/slide12.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vmlDrawing" Target="../drawings/vmlDrawing19.v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tags" Target="../tags/tag138.xml"/><Relationship Id="rId18" Type="http://schemas.openxmlformats.org/officeDocument/2006/relationships/slideLayout" Target="../slideLayouts/slideLayout3.xml"/><Relationship Id="rId3" Type="http://schemas.openxmlformats.org/officeDocument/2006/relationships/tags" Target="../tags/tag128.xml"/><Relationship Id="rId21" Type="http://schemas.openxmlformats.org/officeDocument/2006/relationships/chart" Target="../charts/chart14.xml"/><Relationship Id="rId7" Type="http://schemas.openxmlformats.org/officeDocument/2006/relationships/tags" Target="../tags/tag132.xml"/><Relationship Id="rId12" Type="http://schemas.openxmlformats.org/officeDocument/2006/relationships/tags" Target="../tags/tag137.xml"/><Relationship Id="rId17" Type="http://schemas.openxmlformats.org/officeDocument/2006/relationships/tags" Target="../tags/tag142.xml"/><Relationship Id="rId2" Type="http://schemas.openxmlformats.org/officeDocument/2006/relationships/tags" Target="../tags/tag127.xml"/><Relationship Id="rId16" Type="http://schemas.openxmlformats.org/officeDocument/2006/relationships/tags" Target="../tags/tag141.xml"/><Relationship Id="rId20" Type="http://schemas.openxmlformats.org/officeDocument/2006/relationships/image" Target="../media/image2.emf"/><Relationship Id="rId1" Type="http://schemas.openxmlformats.org/officeDocument/2006/relationships/vmlDrawing" Target="../drawings/vmlDrawing20.vml"/><Relationship Id="rId6" Type="http://schemas.openxmlformats.org/officeDocument/2006/relationships/tags" Target="../tags/tag131.xml"/><Relationship Id="rId11" Type="http://schemas.openxmlformats.org/officeDocument/2006/relationships/tags" Target="../tags/tag136.xml"/><Relationship Id="rId5" Type="http://schemas.openxmlformats.org/officeDocument/2006/relationships/tags" Target="../tags/tag130.xml"/><Relationship Id="rId15" Type="http://schemas.openxmlformats.org/officeDocument/2006/relationships/tags" Target="../tags/tag140.xml"/><Relationship Id="rId10" Type="http://schemas.openxmlformats.org/officeDocument/2006/relationships/tags" Target="../tags/tag135.xml"/><Relationship Id="rId19" Type="http://schemas.openxmlformats.org/officeDocument/2006/relationships/oleObject" Target="../embeddings/oleObject20.bin"/><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tags" Target="../tags/tag139.xml"/></Relationships>
</file>

<file path=ppt/slides/_rels/slide20.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vmlDrawing" Target="../drawings/vmlDrawing27.vml"/><Relationship Id="rId6" Type="http://schemas.openxmlformats.org/officeDocument/2006/relationships/image" Target="../media/image2.emf"/><Relationship Id="rId5" Type="http://schemas.openxmlformats.org/officeDocument/2006/relationships/oleObject" Target="../embeddings/oleObject27.bin"/><Relationship Id="rId4"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tags" Target="../tags/tag173.xml"/><Relationship Id="rId13" Type="http://schemas.openxmlformats.org/officeDocument/2006/relationships/tags" Target="../tags/tag178.xml"/><Relationship Id="rId18" Type="http://schemas.openxmlformats.org/officeDocument/2006/relationships/tags" Target="../tags/tag183.xml"/><Relationship Id="rId26" Type="http://schemas.openxmlformats.org/officeDocument/2006/relationships/oleObject" Target="../embeddings/oleObject28.bin"/><Relationship Id="rId3" Type="http://schemas.openxmlformats.org/officeDocument/2006/relationships/tags" Target="../tags/tag168.xml"/><Relationship Id="rId21" Type="http://schemas.openxmlformats.org/officeDocument/2006/relationships/tags" Target="../tags/tag186.xml"/><Relationship Id="rId7" Type="http://schemas.openxmlformats.org/officeDocument/2006/relationships/tags" Target="../tags/tag172.xml"/><Relationship Id="rId12" Type="http://schemas.openxmlformats.org/officeDocument/2006/relationships/tags" Target="../tags/tag177.xml"/><Relationship Id="rId17" Type="http://schemas.openxmlformats.org/officeDocument/2006/relationships/tags" Target="../tags/tag182.xml"/><Relationship Id="rId25" Type="http://schemas.openxmlformats.org/officeDocument/2006/relationships/slideLayout" Target="../slideLayouts/slideLayout3.xml"/><Relationship Id="rId2" Type="http://schemas.openxmlformats.org/officeDocument/2006/relationships/tags" Target="../tags/tag167.xml"/><Relationship Id="rId16" Type="http://schemas.openxmlformats.org/officeDocument/2006/relationships/tags" Target="../tags/tag181.xml"/><Relationship Id="rId20" Type="http://schemas.openxmlformats.org/officeDocument/2006/relationships/tags" Target="../tags/tag185.xml"/><Relationship Id="rId1" Type="http://schemas.openxmlformats.org/officeDocument/2006/relationships/vmlDrawing" Target="../drawings/vmlDrawing28.vml"/><Relationship Id="rId6" Type="http://schemas.openxmlformats.org/officeDocument/2006/relationships/tags" Target="../tags/tag171.xml"/><Relationship Id="rId11" Type="http://schemas.openxmlformats.org/officeDocument/2006/relationships/tags" Target="../tags/tag176.xml"/><Relationship Id="rId24" Type="http://schemas.openxmlformats.org/officeDocument/2006/relationships/tags" Target="../tags/tag189.xml"/><Relationship Id="rId5" Type="http://schemas.openxmlformats.org/officeDocument/2006/relationships/tags" Target="../tags/tag170.xml"/><Relationship Id="rId15" Type="http://schemas.openxmlformats.org/officeDocument/2006/relationships/tags" Target="../tags/tag180.xml"/><Relationship Id="rId23" Type="http://schemas.openxmlformats.org/officeDocument/2006/relationships/tags" Target="../tags/tag188.xml"/><Relationship Id="rId28" Type="http://schemas.openxmlformats.org/officeDocument/2006/relationships/chart" Target="../charts/chart16.xml"/><Relationship Id="rId10" Type="http://schemas.openxmlformats.org/officeDocument/2006/relationships/tags" Target="../tags/tag175.xml"/><Relationship Id="rId19" Type="http://schemas.openxmlformats.org/officeDocument/2006/relationships/tags" Target="../tags/tag184.xml"/><Relationship Id="rId4" Type="http://schemas.openxmlformats.org/officeDocument/2006/relationships/tags" Target="../tags/tag169.xml"/><Relationship Id="rId9" Type="http://schemas.openxmlformats.org/officeDocument/2006/relationships/tags" Target="../tags/tag174.xml"/><Relationship Id="rId14" Type="http://schemas.openxmlformats.org/officeDocument/2006/relationships/tags" Target="../tags/tag179.xml"/><Relationship Id="rId22" Type="http://schemas.openxmlformats.org/officeDocument/2006/relationships/tags" Target="../tags/tag187.xml"/><Relationship Id="rId27" Type="http://schemas.openxmlformats.org/officeDocument/2006/relationships/image" Target="../media/image13.emf"/></Relationships>
</file>

<file path=ppt/slides/_rels/slide23.xml.rels><?xml version="1.0" encoding="UTF-8" standalone="yes"?>
<Relationships xmlns="http://schemas.openxmlformats.org/package/2006/relationships"><Relationship Id="rId13" Type="http://schemas.openxmlformats.org/officeDocument/2006/relationships/tags" Target="../tags/tag201.xml"/><Relationship Id="rId18" Type="http://schemas.openxmlformats.org/officeDocument/2006/relationships/tags" Target="../tags/tag206.xml"/><Relationship Id="rId26" Type="http://schemas.openxmlformats.org/officeDocument/2006/relationships/tags" Target="../tags/tag214.xml"/><Relationship Id="rId39" Type="http://schemas.openxmlformats.org/officeDocument/2006/relationships/image" Target="../media/image13.emf"/><Relationship Id="rId21" Type="http://schemas.openxmlformats.org/officeDocument/2006/relationships/tags" Target="../tags/tag209.xml"/><Relationship Id="rId34" Type="http://schemas.openxmlformats.org/officeDocument/2006/relationships/tags" Target="../tags/tag222.xml"/><Relationship Id="rId7" Type="http://schemas.openxmlformats.org/officeDocument/2006/relationships/tags" Target="../tags/tag195.xml"/><Relationship Id="rId12" Type="http://schemas.openxmlformats.org/officeDocument/2006/relationships/tags" Target="../tags/tag200.xml"/><Relationship Id="rId17" Type="http://schemas.openxmlformats.org/officeDocument/2006/relationships/tags" Target="../tags/tag205.xml"/><Relationship Id="rId25" Type="http://schemas.openxmlformats.org/officeDocument/2006/relationships/tags" Target="../tags/tag213.xml"/><Relationship Id="rId33" Type="http://schemas.openxmlformats.org/officeDocument/2006/relationships/tags" Target="../tags/tag221.xml"/><Relationship Id="rId38" Type="http://schemas.openxmlformats.org/officeDocument/2006/relationships/oleObject" Target="../embeddings/oleObject29.bin"/><Relationship Id="rId2" Type="http://schemas.openxmlformats.org/officeDocument/2006/relationships/tags" Target="../tags/tag190.xml"/><Relationship Id="rId16" Type="http://schemas.openxmlformats.org/officeDocument/2006/relationships/tags" Target="../tags/tag204.xml"/><Relationship Id="rId20" Type="http://schemas.openxmlformats.org/officeDocument/2006/relationships/tags" Target="../tags/tag208.xml"/><Relationship Id="rId29" Type="http://schemas.openxmlformats.org/officeDocument/2006/relationships/tags" Target="../tags/tag217.xml"/><Relationship Id="rId1" Type="http://schemas.openxmlformats.org/officeDocument/2006/relationships/vmlDrawing" Target="../drawings/vmlDrawing29.vml"/><Relationship Id="rId6" Type="http://schemas.openxmlformats.org/officeDocument/2006/relationships/tags" Target="../tags/tag194.xml"/><Relationship Id="rId11" Type="http://schemas.openxmlformats.org/officeDocument/2006/relationships/tags" Target="../tags/tag199.xml"/><Relationship Id="rId24" Type="http://schemas.openxmlformats.org/officeDocument/2006/relationships/tags" Target="../tags/tag212.xml"/><Relationship Id="rId32" Type="http://schemas.openxmlformats.org/officeDocument/2006/relationships/tags" Target="../tags/tag220.xml"/><Relationship Id="rId37" Type="http://schemas.openxmlformats.org/officeDocument/2006/relationships/slideLayout" Target="../slideLayouts/slideLayout3.xml"/><Relationship Id="rId40" Type="http://schemas.openxmlformats.org/officeDocument/2006/relationships/chart" Target="../charts/chart17.xml"/><Relationship Id="rId5" Type="http://schemas.openxmlformats.org/officeDocument/2006/relationships/tags" Target="../tags/tag193.xml"/><Relationship Id="rId15" Type="http://schemas.openxmlformats.org/officeDocument/2006/relationships/tags" Target="../tags/tag203.xml"/><Relationship Id="rId23" Type="http://schemas.openxmlformats.org/officeDocument/2006/relationships/tags" Target="../tags/tag211.xml"/><Relationship Id="rId28" Type="http://schemas.openxmlformats.org/officeDocument/2006/relationships/tags" Target="../tags/tag216.xml"/><Relationship Id="rId36" Type="http://schemas.openxmlformats.org/officeDocument/2006/relationships/tags" Target="../tags/tag224.xml"/><Relationship Id="rId10" Type="http://schemas.openxmlformats.org/officeDocument/2006/relationships/tags" Target="../tags/tag198.xml"/><Relationship Id="rId19" Type="http://schemas.openxmlformats.org/officeDocument/2006/relationships/tags" Target="../tags/tag207.xml"/><Relationship Id="rId31" Type="http://schemas.openxmlformats.org/officeDocument/2006/relationships/tags" Target="../tags/tag219.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tags" Target="../tags/tag202.xml"/><Relationship Id="rId22" Type="http://schemas.openxmlformats.org/officeDocument/2006/relationships/tags" Target="../tags/tag210.xml"/><Relationship Id="rId27" Type="http://schemas.openxmlformats.org/officeDocument/2006/relationships/tags" Target="../tags/tag215.xml"/><Relationship Id="rId30" Type="http://schemas.openxmlformats.org/officeDocument/2006/relationships/tags" Target="../tags/tag218.xml"/><Relationship Id="rId35" Type="http://schemas.openxmlformats.org/officeDocument/2006/relationships/tags" Target="../tags/tag223.xml"/><Relationship Id="rId8" Type="http://schemas.openxmlformats.org/officeDocument/2006/relationships/tags" Target="../tags/tag196.xml"/><Relationship Id="rId3" Type="http://schemas.openxmlformats.org/officeDocument/2006/relationships/tags" Target="../tags/tag191.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tags" Target="../tags/tag236.xml"/><Relationship Id="rId18" Type="http://schemas.openxmlformats.org/officeDocument/2006/relationships/tags" Target="../tags/tag241.xml"/><Relationship Id="rId26" Type="http://schemas.openxmlformats.org/officeDocument/2006/relationships/slideLayout" Target="../slideLayouts/slideLayout3.xml"/><Relationship Id="rId3" Type="http://schemas.openxmlformats.org/officeDocument/2006/relationships/tags" Target="../tags/tag226.xml"/><Relationship Id="rId21" Type="http://schemas.openxmlformats.org/officeDocument/2006/relationships/tags" Target="../tags/tag244.xml"/><Relationship Id="rId7" Type="http://schemas.openxmlformats.org/officeDocument/2006/relationships/tags" Target="../tags/tag230.xml"/><Relationship Id="rId12" Type="http://schemas.openxmlformats.org/officeDocument/2006/relationships/tags" Target="../tags/tag235.xml"/><Relationship Id="rId17" Type="http://schemas.openxmlformats.org/officeDocument/2006/relationships/tags" Target="../tags/tag240.xml"/><Relationship Id="rId25" Type="http://schemas.openxmlformats.org/officeDocument/2006/relationships/tags" Target="../tags/tag248.xml"/><Relationship Id="rId2" Type="http://schemas.openxmlformats.org/officeDocument/2006/relationships/tags" Target="../tags/tag225.xml"/><Relationship Id="rId16" Type="http://schemas.openxmlformats.org/officeDocument/2006/relationships/tags" Target="../tags/tag239.xml"/><Relationship Id="rId20" Type="http://schemas.openxmlformats.org/officeDocument/2006/relationships/tags" Target="../tags/tag243.xml"/><Relationship Id="rId29" Type="http://schemas.openxmlformats.org/officeDocument/2006/relationships/chart" Target="../charts/chart18.xml"/><Relationship Id="rId1" Type="http://schemas.openxmlformats.org/officeDocument/2006/relationships/vmlDrawing" Target="../drawings/vmlDrawing30.vml"/><Relationship Id="rId6" Type="http://schemas.openxmlformats.org/officeDocument/2006/relationships/tags" Target="../tags/tag229.xml"/><Relationship Id="rId11" Type="http://schemas.openxmlformats.org/officeDocument/2006/relationships/tags" Target="../tags/tag234.xml"/><Relationship Id="rId24" Type="http://schemas.openxmlformats.org/officeDocument/2006/relationships/tags" Target="../tags/tag247.xml"/><Relationship Id="rId5" Type="http://schemas.openxmlformats.org/officeDocument/2006/relationships/tags" Target="../tags/tag228.xml"/><Relationship Id="rId15" Type="http://schemas.openxmlformats.org/officeDocument/2006/relationships/tags" Target="../tags/tag238.xml"/><Relationship Id="rId23" Type="http://schemas.openxmlformats.org/officeDocument/2006/relationships/tags" Target="../tags/tag246.xml"/><Relationship Id="rId28" Type="http://schemas.openxmlformats.org/officeDocument/2006/relationships/image" Target="../media/image13.emf"/><Relationship Id="rId10" Type="http://schemas.openxmlformats.org/officeDocument/2006/relationships/tags" Target="../tags/tag233.xml"/><Relationship Id="rId19" Type="http://schemas.openxmlformats.org/officeDocument/2006/relationships/tags" Target="../tags/tag242.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tags" Target="../tags/tag237.xml"/><Relationship Id="rId22" Type="http://schemas.openxmlformats.org/officeDocument/2006/relationships/tags" Target="../tags/tag245.xml"/><Relationship Id="rId27" Type="http://schemas.openxmlformats.org/officeDocument/2006/relationships/oleObject" Target="../embeddings/oleObject30.bin"/></Relationships>
</file>

<file path=ppt/slides/_rels/slide26.xml.rels><?xml version="1.0" encoding="UTF-8" standalone="yes"?>
<Relationships xmlns="http://schemas.openxmlformats.org/package/2006/relationships"><Relationship Id="rId13" Type="http://schemas.openxmlformats.org/officeDocument/2006/relationships/tags" Target="../tags/tag260.xml"/><Relationship Id="rId18" Type="http://schemas.openxmlformats.org/officeDocument/2006/relationships/tags" Target="../tags/tag265.xml"/><Relationship Id="rId26" Type="http://schemas.openxmlformats.org/officeDocument/2006/relationships/tags" Target="../tags/tag273.xml"/><Relationship Id="rId39" Type="http://schemas.openxmlformats.org/officeDocument/2006/relationships/image" Target="../media/image13.emf"/><Relationship Id="rId21" Type="http://schemas.openxmlformats.org/officeDocument/2006/relationships/tags" Target="../tags/tag268.xml"/><Relationship Id="rId34" Type="http://schemas.openxmlformats.org/officeDocument/2006/relationships/tags" Target="../tags/tag281.xml"/><Relationship Id="rId7" Type="http://schemas.openxmlformats.org/officeDocument/2006/relationships/tags" Target="../tags/tag254.xml"/><Relationship Id="rId12" Type="http://schemas.openxmlformats.org/officeDocument/2006/relationships/tags" Target="../tags/tag259.xml"/><Relationship Id="rId17" Type="http://schemas.openxmlformats.org/officeDocument/2006/relationships/tags" Target="../tags/tag264.xml"/><Relationship Id="rId25" Type="http://schemas.openxmlformats.org/officeDocument/2006/relationships/tags" Target="../tags/tag272.xml"/><Relationship Id="rId33" Type="http://schemas.openxmlformats.org/officeDocument/2006/relationships/tags" Target="../tags/tag280.xml"/><Relationship Id="rId38" Type="http://schemas.openxmlformats.org/officeDocument/2006/relationships/oleObject" Target="../embeddings/oleObject31.bin"/><Relationship Id="rId2" Type="http://schemas.openxmlformats.org/officeDocument/2006/relationships/tags" Target="../tags/tag249.xml"/><Relationship Id="rId16" Type="http://schemas.openxmlformats.org/officeDocument/2006/relationships/tags" Target="../tags/tag263.xml"/><Relationship Id="rId20" Type="http://schemas.openxmlformats.org/officeDocument/2006/relationships/tags" Target="../tags/tag267.xml"/><Relationship Id="rId29" Type="http://schemas.openxmlformats.org/officeDocument/2006/relationships/tags" Target="../tags/tag276.xml"/><Relationship Id="rId1" Type="http://schemas.openxmlformats.org/officeDocument/2006/relationships/vmlDrawing" Target="../drawings/vmlDrawing31.vml"/><Relationship Id="rId6" Type="http://schemas.openxmlformats.org/officeDocument/2006/relationships/tags" Target="../tags/tag253.xml"/><Relationship Id="rId11" Type="http://schemas.openxmlformats.org/officeDocument/2006/relationships/tags" Target="../tags/tag258.xml"/><Relationship Id="rId24" Type="http://schemas.openxmlformats.org/officeDocument/2006/relationships/tags" Target="../tags/tag271.xml"/><Relationship Id="rId32" Type="http://schemas.openxmlformats.org/officeDocument/2006/relationships/tags" Target="../tags/tag279.xml"/><Relationship Id="rId37" Type="http://schemas.openxmlformats.org/officeDocument/2006/relationships/slideLayout" Target="../slideLayouts/slideLayout3.xml"/><Relationship Id="rId40" Type="http://schemas.openxmlformats.org/officeDocument/2006/relationships/chart" Target="../charts/chart19.xml"/><Relationship Id="rId5" Type="http://schemas.openxmlformats.org/officeDocument/2006/relationships/tags" Target="../tags/tag252.xml"/><Relationship Id="rId15" Type="http://schemas.openxmlformats.org/officeDocument/2006/relationships/tags" Target="../tags/tag262.xml"/><Relationship Id="rId23" Type="http://schemas.openxmlformats.org/officeDocument/2006/relationships/tags" Target="../tags/tag270.xml"/><Relationship Id="rId28" Type="http://schemas.openxmlformats.org/officeDocument/2006/relationships/tags" Target="../tags/tag275.xml"/><Relationship Id="rId36" Type="http://schemas.openxmlformats.org/officeDocument/2006/relationships/tags" Target="../tags/tag283.xml"/><Relationship Id="rId10" Type="http://schemas.openxmlformats.org/officeDocument/2006/relationships/tags" Target="../tags/tag257.xml"/><Relationship Id="rId19" Type="http://schemas.openxmlformats.org/officeDocument/2006/relationships/tags" Target="../tags/tag266.xml"/><Relationship Id="rId31" Type="http://schemas.openxmlformats.org/officeDocument/2006/relationships/tags" Target="../tags/tag278.xml"/><Relationship Id="rId4" Type="http://schemas.openxmlformats.org/officeDocument/2006/relationships/tags" Target="../tags/tag251.xml"/><Relationship Id="rId9" Type="http://schemas.openxmlformats.org/officeDocument/2006/relationships/tags" Target="../tags/tag256.xml"/><Relationship Id="rId14" Type="http://schemas.openxmlformats.org/officeDocument/2006/relationships/tags" Target="../tags/tag261.xml"/><Relationship Id="rId22" Type="http://schemas.openxmlformats.org/officeDocument/2006/relationships/tags" Target="../tags/tag269.xml"/><Relationship Id="rId27" Type="http://schemas.openxmlformats.org/officeDocument/2006/relationships/tags" Target="../tags/tag274.xml"/><Relationship Id="rId30" Type="http://schemas.openxmlformats.org/officeDocument/2006/relationships/tags" Target="../tags/tag277.xml"/><Relationship Id="rId35" Type="http://schemas.openxmlformats.org/officeDocument/2006/relationships/tags" Target="../tags/tag282.xml"/><Relationship Id="rId8" Type="http://schemas.openxmlformats.org/officeDocument/2006/relationships/tags" Target="../tags/tag255.xml"/><Relationship Id="rId3" Type="http://schemas.openxmlformats.org/officeDocument/2006/relationships/tags" Target="../tags/tag250.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3" Type="http://schemas.openxmlformats.org/officeDocument/2006/relationships/tags" Target="../tags/tag295.xml"/><Relationship Id="rId18" Type="http://schemas.openxmlformats.org/officeDocument/2006/relationships/tags" Target="../tags/tag300.xml"/><Relationship Id="rId26" Type="http://schemas.openxmlformats.org/officeDocument/2006/relationships/tags" Target="../tags/tag308.xml"/><Relationship Id="rId21" Type="http://schemas.openxmlformats.org/officeDocument/2006/relationships/tags" Target="../tags/tag303.xml"/><Relationship Id="rId34" Type="http://schemas.openxmlformats.org/officeDocument/2006/relationships/slideLayout" Target="../slideLayouts/slideLayout3.xml"/><Relationship Id="rId7" Type="http://schemas.openxmlformats.org/officeDocument/2006/relationships/tags" Target="../tags/tag289.xml"/><Relationship Id="rId12" Type="http://schemas.openxmlformats.org/officeDocument/2006/relationships/tags" Target="../tags/tag294.xml"/><Relationship Id="rId17" Type="http://schemas.openxmlformats.org/officeDocument/2006/relationships/tags" Target="../tags/tag299.xml"/><Relationship Id="rId25" Type="http://schemas.openxmlformats.org/officeDocument/2006/relationships/tags" Target="../tags/tag307.xml"/><Relationship Id="rId33" Type="http://schemas.openxmlformats.org/officeDocument/2006/relationships/tags" Target="../tags/tag315.xml"/><Relationship Id="rId2" Type="http://schemas.openxmlformats.org/officeDocument/2006/relationships/tags" Target="../tags/tag284.xml"/><Relationship Id="rId16" Type="http://schemas.openxmlformats.org/officeDocument/2006/relationships/tags" Target="../tags/tag298.xml"/><Relationship Id="rId20" Type="http://schemas.openxmlformats.org/officeDocument/2006/relationships/tags" Target="../tags/tag302.xml"/><Relationship Id="rId29" Type="http://schemas.openxmlformats.org/officeDocument/2006/relationships/tags" Target="../tags/tag311.xml"/><Relationship Id="rId1" Type="http://schemas.openxmlformats.org/officeDocument/2006/relationships/vmlDrawing" Target="../drawings/vmlDrawing32.vml"/><Relationship Id="rId6" Type="http://schemas.openxmlformats.org/officeDocument/2006/relationships/tags" Target="../tags/tag288.xml"/><Relationship Id="rId11" Type="http://schemas.openxmlformats.org/officeDocument/2006/relationships/tags" Target="../tags/tag293.xml"/><Relationship Id="rId24" Type="http://schemas.openxmlformats.org/officeDocument/2006/relationships/tags" Target="../tags/tag306.xml"/><Relationship Id="rId32" Type="http://schemas.openxmlformats.org/officeDocument/2006/relationships/tags" Target="../tags/tag314.xml"/><Relationship Id="rId37" Type="http://schemas.openxmlformats.org/officeDocument/2006/relationships/chart" Target="../charts/chart20.xml"/><Relationship Id="rId5" Type="http://schemas.openxmlformats.org/officeDocument/2006/relationships/tags" Target="../tags/tag287.xml"/><Relationship Id="rId15" Type="http://schemas.openxmlformats.org/officeDocument/2006/relationships/tags" Target="../tags/tag297.xml"/><Relationship Id="rId23" Type="http://schemas.openxmlformats.org/officeDocument/2006/relationships/tags" Target="../tags/tag305.xml"/><Relationship Id="rId28" Type="http://schemas.openxmlformats.org/officeDocument/2006/relationships/tags" Target="../tags/tag310.xml"/><Relationship Id="rId36" Type="http://schemas.openxmlformats.org/officeDocument/2006/relationships/image" Target="../media/image13.emf"/><Relationship Id="rId10" Type="http://schemas.openxmlformats.org/officeDocument/2006/relationships/tags" Target="../tags/tag292.xml"/><Relationship Id="rId19" Type="http://schemas.openxmlformats.org/officeDocument/2006/relationships/tags" Target="../tags/tag301.xml"/><Relationship Id="rId31" Type="http://schemas.openxmlformats.org/officeDocument/2006/relationships/tags" Target="../tags/tag313.xml"/><Relationship Id="rId4" Type="http://schemas.openxmlformats.org/officeDocument/2006/relationships/tags" Target="../tags/tag286.xml"/><Relationship Id="rId9" Type="http://schemas.openxmlformats.org/officeDocument/2006/relationships/tags" Target="../tags/tag291.xml"/><Relationship Id="rId14" Type="http://schemas.openxmlformats.org/officeDocument/2006/relationships/tags" Target="../tags/tag296.xml"/><Relationship Id="rId22" Type="http://schemas.openxmlformats.org/officeDocument/2006/relationships/tags" Target="../tags/tag304.xml"/><Relationship Id="rId27" Type="http://schemas.openxmlformats.org/officeDocument/2006/relationships/tags" Target="../tags/tag309.xml"/><Relationship Id="rId30" Type="http://schemas.openxmlformats.org/officeDocument/2006/relationships/tags" Target="../tags/tag312.xml"/><Relationship Id="rId35" Type="http://schemas.openxmlformats.org/officeDocument/2006/relationships/oleObject" Target="../embeddings/oleObject32.bin"/><Relationship Id="rId8" Type="http://schemas.openxmlformats.org/officeDocument/2006/relationships/tags" Target="../tags/tag290.xml"/><Relationship Id="rId3" Type="http://schemas.openxmlformats.org/officeDocument/2006/relationships/tags" Target="../tags/tag285.xml"/></Relationships>
</file>

<file path=ppt/slides/_rels/slide29.xml.rels><?xml version="1.0" encoding="UTF-8" standalone="yes"?>
<Relationships xmlns="http://schemas.openxmlformats.org/package/2006/relationships"><Relationship Id="rId13" Type="http://schemas.openxmlformats.org/officeDocument/2006/relationships/tags" Target="../tags/tag327.xml"/><Relationship Id="rId18" Type="http://schemas.openxmlformats.org/officeDocument/2006/relationships/tags" Target="../tags/tag332.xml"/><Relationship Id="rId26" Type="http://schemas.openxmlformats.org/officeDocument/2006/relationships/tags" Target="../tags/tag340.xml"/><Relationship Id="rId39" Type="http://schemas.openxmlformats.org/officeDocument/2006/relationships/image" Target="../media/image13.emf"/><Relationship Id="rId21" Type="http://schemas.openxmlformats.org/officeDocument/2006/relationships/tags" Target="../tags/tag335.xml"/><Relationship Id="rId34" Type="http://schemas.openxmlformats.org/officeDocument/2006/relationships/tags" Target="../tags/tag348.xml"/><Relationship Id="rId7" Type="http://schemas.openxmlformats.org/officeDocument/2006/relationships/tags" Target="../tags/tag321.xml"/><Relationship Id="rId12" Type="http://schemas.openxmlformats.org/officeDocument/2006/relationships/tags" Target="../tags/tag326.xml"/><Relationship Id="rId17" Type="http://schemas.openxmlformats.org/officeDocument/2006/relationships/tags" Target="../tags/tag331.xml"/><Relationship Id="rId25" Type="http://schemas.openxmlformats.org/officeDocument/2006/relationships/tags" Target="../tags/tag339.xml"/><Relationship Id="rId33" Type="http://schemas.openxmlformats.org/officeDocument/2006/relationships/tags" Target="../tags/tag347.xml"/><Relationship Id="rId38" Type="http://schemas.openxmlformats.org/officeDocument/2006/relationships/oleObject" Target="../embeddings/oleObject33.bin"/><Relationship Id="rId2" Type="http://schemas.openxmlformats.org/officeDocument/2006/relationships/tags" Target="../tags/tag316.xml"/><Relationship Id="rId16" Type="http://schemas.openxmlformats.org/officeDocument/2006/relationships/tags" Target="../tags/tag330.xml"/><Relationship Id="rId20" Type="http://schemas.openxmlformats.org/officeDocument/2006/relationships/tags" Target="../tags/tag334.xml"/><Relationship Id="rId29" Type="http://schemas.openxmlformats.org/officeDocument/2006/relationships/tags" Target="../tags/tag343.xml"/><Relationship Id="rId1" Type="http://schemas.openxmlformats.org/officeDocument/2006/relationships/vmlDrawing" Target="../drawings/vmlDrawing33.vml"/><Relationship Id="rId6" Type="http://schemas.openxmlformats.org/officeDocument/2006/relationships/tags" Target="../tags/tag320.xml"/><Relationship Id="rId11" Type="http://schemas.openxmlformats.org/officeDocument/2006/relationships/tags" Target="../tags/tag325.xml"/><Relationship Id="rId24" Type="http://schemas.openxmlformats.org/officeDocument/2006/relationships/tags" Target="../tags/tag338.xml"/><Relationship Id="rId32" Type="http://schemas.openxmlformats.org/officeDocument/2006/relationships/tags" Target="../tags/tag346.xml"/><Relationship Id="rId37" Type="http://schemas.openxmlformats.org/officeDocument/2006/relationships/slideLayout" Target="../slideLayouts/slideLayout3.xml"/><Relationship Id="rId40" Type="http://schemas.openxmlformats.org/officeDocument/2006/relationships/chart" Target="../charts/chart21.xml"/><Relationship Id="rId5" Type="http://schemas.openxmlformats.org/officeDocument/2006/relationships/tags" Target="../tags/tag319.xml"/><Relationship Id="rId15" Type="http://schemas.openxmlformats.org/officeDocument/2006/relationships/tags" Target="../tags/tag329.xml"/><Relationship Id="rId23" Type="http://schemas.openxmlformats.org/officeDocument/2006/relationships/tags" Target="../tags/tag337.xml"/><Relationship Id="rId28" Type="http://schemas.openxmlformats.org/officeDocument/2006/relationships/tags" Target="../tags/tag342.xml"/><Relationship Id="rId36" Type="http://schemas.openxmlformats.org/officeDocument/2006/relationships/tags" Target="../tags/tag350.xml"/><Relationship Id="rId10" Type="http://schemas.openxmlformats.org/officeDocument/2006/relationships/tags" Target="../tags/tag324.xml"/><Relationship Id="rId19" Type="http://schemas.openxmlformats.org/officeDocument/2006/relationships/tags" Target="../tags/tag333.xml"/><Relationship Id="rId31" Type="http://schemas.openxmlformats.org/officeDocument/2006/relationships/tags" Target="../tags/tag345.xml"/><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tags" Target="../tags/tag328.xml"/><Relationship Id="rId22" Type="http://schemas.openxmlformats.org/officeDocument/2006/relationships/tags" Target="../tags/tag336.xml"/><Relationship Id="rId27" Type="http://schemas.openxmlformats.org/officeDocument/2006/relationships/tags" Target="../tags/tag341.xml"/><Relationship Id="rId30" Type="http://schemas.openxmlformats.org/officeDocument/2006/relationships/tags" Target="../tags/tag344.xml"/><Relationship Id="rId35" Type="http://schemas.openxmlformats.org/officeDocument/2006/relationships/tags" Target="../tags/tag349.xml"/><Relationship Id="rId8" Type="http://schemas.openxmlformats.org/officeDocument/2006/relationships/tags" Target="../tags/tag322.xml"/><Relationship Id="rId3" Type="http://schemas.openxmlformats.org/officeDocument/2006/relationships/tags" Target="../tags/tag317.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vmlDrawing" Target="../drawings/vmlDrawing34.vml"/><Relationship Id="rId6" Type="http://schemas.openxmlformats.org/officeDocument/2006/relationships/image" Target="../media/image2.emf"/><Relationship Id="rId5" Type="http://schemas.openxmlformats.org/officeDocument/2006/relationships/oleObject" Target="../embeddings/oleObject34.bin"/><Relationship Id="rId4"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3" Type="http://schemas.openxmlformats.org/officeDocument/2006/relationships/tags" Target="../tags/tag364.xml"/><Relationship Id="rId18" Type="http://schemas.openxmlformats.org/officeDocument/2006/relationships/tags" Target="../tags/tag369.xml"/><Relationship Id="rId26" Type="http://schemas.openxmlformats.org/officeDocument/2006/relationships/tags" Target="../tags/tag377.xml"/><Relationship Id="rId39" Type="http://schemas.openxmlformats.org/officeDocument/2006/relationships/tags" Target="../tags/tag390.xml"/><Relationship Id="rId21" Type="http://schemas.openxmlformats.org/officeDocument/2006/relationships/tags" Target="../tags/tag372.xml"/><Relationship Id="rId34" Type="http://schemas.openxmlformats.org/officeDocument/2006/relationships/tags" Target="../tags/tag385.xml"/><Relationship Id="rId42" Type="http://schemas.openxmlformats.org/officeDocument/2006/relationships/slideLayout" Target="../slideLayouts/slideLayout3.xml"/><Relationship Id="rId7" Type="http://schemas.openxmlformats.org/officeDocument/2006/relationships/tags" Target="../tags/tag358.xml"/><Relationship Id="rId2" Type="http://schemas.openxmlformats.org/officeDocument/2006/relationships/tags" Target="../tags/tag353.xml"/><Relationship Id="rId16" Type="http://schemas.openxmlformats.org/officeDocument/2006/relationships/tags" Target="../tags/tag367.xml"/><Relationship Id="rId29" Type="http://schemas.openxmlformats.org/officeDocument/2006/relationships/tags" Target="../tags/tag380.xml"/><Relationship Id="rId1" Type="http://schemas.openxmlformats.org/officeDocument/2006/relationships/vmlDrawing" Target="../drawings/vmlDrawing35.vml"/><Relationship Id="rId6" Type="http://schemas.openxmlformats.org/officeDocument/2006/relationships/tags" Target="../tags/tag357.xml"/><Relationship Id="rId11" Type="http://schemas.openxmlformats.org/officeDocument/2006/relationships/tags" Target="../tags/tag362.xml"/><Relationship Id="rId24" Type="http://schemas.openxmlformats.org/officeDocument/2006/relationships/tags" Target="../tags/tag375.xml"/><Relationship Id="rId32" Type="http://schemas.openxmlformats.org/officeDocument/2006/relationships/tags" Target="../tags/tag383.xml"/><Relationship Id="rId37" Type="http://schemas.openxmlformats.org/officeDocument/2006/relationships/tags" Target="../tags/tag388.xml"/><Relationship Id="rId40" Type="http://schemas.openxmlformats.org/officeDocument/2006/relationships/tags" Target="../tags/tag391.xml"/><Relationship Id="rId45" Type="http://schemas.openxmlformats.org/officeDocument/2006/relationships/chart" Target="../charts/chart22.xml"/><Relationship Id="rId5" Type="http://schemas.openxmlformats.org/officeDocument/2006/relationships/tags" Target="../tags/tag356.xml"/><Relationship Id="rId15" Type="http://schemas.openxmlformats.org/officeDocument/2006/relationships/tags" Target="../tags/tag366.xml"/><Relationship Id="rId23" Type="http://schemas.openxmlformats.org/officeDocument/2006/relationships/tags" Target="../tags/tag374.xml"/><Relationship Id="rId28" Type="http://schemas.openxmlformats.org/officeDocument/2006/relationships/tags" Target="../tags/tag379.xml"/><Relationship Id="rId36" Type="http://schemas.openxmlformats.org/officeDocument/2006/relationships/tags" Target="../tags/tag387.xml"/><Relationship Id="rId10" Type="http://schemas.openxmlformats.org/officeDocument/2006/relationships/tags" Target="../tags/tag361.xml"/><Relationship Id="rId19" Type="http://schemas.openxmlformats.org/officeDocument/2006/relationships/tags" Target="../tags/tag370.xml"/><Relationship Id="rId31" Type="http://schemas.openxmlformats.org/officeDocument/2006/relationships/tags" Target="../tags/tag382.xml"/><Relationship Id="rId44" Type="http://schemas.openxmlformats.org/officeDocument/2006/relationships/image" Target="../media/image2.emf"/><Relationship Id="rId4" Type="http://schemas.openxmlformats.org/officeDocument/2006/relationships/tags" Target="../tags/tag355.xml"/><Relationship Id="rId9" Type="http://schemas.openxmlformats.org/officeDocument/2006/relationships/tags" Target="../tags/tag360.xml"/><Relationship Id="rId14" Type="http://schemas.openxmlformats.org/officeDocument/2006/relationships/tags" Target="../tags/tag365.xml"/><Relationship Id="rId22" Type="http://schemas.openxmlformats.org/officeDocument/2006/relationships/tags" Target="../tags/tag373.xml"/><Relationship Id="rId27" Type="http://schemas.openxmlformats.org/officeDocument/2006/relationships/tags" Target="../tags/tag378.xml"/><Relationship Id="rId30" Type="http://schemas.openxmlformats.org/officeDocument/2006/relationships/tags" Target="../tags/tag381.xml"/><Relationship Id="rId35" Type="http://schemas.openxmlformats.org/officeDocument/2006/relationships/tags" Target="../tags/tag386.xml"/><Relationship Id="rId43" Type="http://schemas.openxmlformats.org/officeDocument/2006/relationships/oleObject" Target="../embeddings/oleObject35.bin"/><Relationship Id="rId8" Type="http://schemas.openxmlformats.org/officeDocument/2006/relationships/tags" Target="../tags/tag359.xml"/><Relationship Id="rId3" Type="http://schemas.openxmlformats.org/officeDocument/2006/relationships/tags" Target="../tags/tag354.xml"/><Relationship Id="rId12" Type="http://schemas.openxmlformats.org/officeDocument/2006/relationships/tags" Target="../tags/tag363.xml"/><Relationship Id="rId17" Type="http://schemas.openxmlformats.org/officeDocument/2006/relationships/tags" Target="../tags/tag368.xml"/><Relationship Id="rId25" Type="http://schemas.openxmlformats.org/officeDocument/2006/relationships/tags" Target="../tags/tag376.xml"/><Relationship Id="rId33" Type="http://schemas.openxmlformats.org/officeDocument/2006/relationships/tags" Target="../tags/tag384.xml"/><Relationship Id="rId38" Type="http://schemas.openxmlformats.org/officeDocument/2006/relationships/tags" Target="../tags/tag389.xml"/><Relationship Id="rId20" Type="http://schemas.openxmlformats.org/officeDocument/2006/relationships/tags" Target="../tags/tag371.xml"/><Relationship Id="rId41" Type="http://schemas.openxmlformats.org/officeDocument/2006/relationships/tags" Target="../tags/tag392.xml"/></Relationships>
</file>

<file path=ppt/slides/_rels/slide33.xml.rels><?xml version="1.0" encoding="UTF-8" standalone="yes"?>
<Relationships xmlns="http://schemas.openxmlformats.org/package/2006/relationships"><Relationship Id="rId3" Type="http://schemas.openxmlformats.org/officeDocument/2006/relationships/tags" Target="../tags/tag394.xml"/><Relationship Id="rId2" Type="http://schemas.openxmlformats.org/officeDocument/2006/relationships/tags" Target="../tags/tag393.xml"/><Relationship Id="rId1" Type="http://schemas.openxmlformats.org/officeDocument/2006/relationships/vmlDrawing" Target="../drawings/vmlDrawing36.vml"/><Relationship Id="rId6" Type="http://schemas.openxmlformats.org/officeDocument/2006/relationships/image" Target="../media/image2.emf"/><Relationship Id="rId5" Type="http://schemas.openxmlformats.org/officeDocument/2006/relationships/oleObject" Target="../embeddings/oleObject36.bin"/><Relationship Id="rId4"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tags" Target="../tags/tag396.xml"/><Relationship Id="rId7" Type="http://schemas.openxmlformats.org/officeDocument/2006/relationships/image" Target="../media/image2.emf"/><Relationship Id="rId2" Type="http://schemas.openxmlformats.org/officeDocument/2006/relationships/tags" Target="../tags/tag395.xml"/><Relationship Id="rId1" Type="http://schemas.openxmlformats.org/officeDocument/2006/relationships/vmlDrawing" Target="../drawings/vmlDrawing37.vml"/><Relationship Id="rId6" Type="http://schemas.openxmlformats.org/officeDocument/2006/relationships/oleObject" Target="../embeddings/oleObject37.bin"/><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tags" Target="../tags/tag398.xml"/><Relationship Id="rId7" Type="http://schemas.openxmlformats.org/officeDocument/2006/relationships/image" Target="../media/image17.png"/><Relationship Id="rId2" Type="http://schemas.openxmlformats.org/officeDocument/2006/relationships/tags" Target="../tags/tag397.xml"/><Relationship Id="rId1" Type="http://schemas.openxmlformats.org/officeDocument/2006/relationships/vmlDrawing" Target="../drawings/vmlDrawing38.vml"/><Relationship Id="rId6" Type="http://schemas.openxmlformats.org/officeDocument/2006/relationships/image" Target="../media/image2.emf"/><Relationship Id="rId5" Type="http://schemas.openxmlformats.org/officeDocument/2006/relationships/oleObject" Target="../embeddings/oleObject38.bin"/><Relationship Id="rId4"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tags" Target="../tags/tag400.xml"/><Relationship Id="rId7" Type="http://schemas.openxmlformats.org/officeDocument/2006/relationships/image" Target="../media/image18.jpg"/><Relationship Id="rId2" Type="http://schemas.openxmlformats.org/officeDocument/2006/relationships/tags" Target="../tags/tag399.xml"/><Relationship Id="rId1" Type="http://schemas.openxmlformats.org/officeDocument/2006/relationships/vmlDrawing" Target="../drawings/vmlDrawing39.vml"/><Relationship Id="rId6" Type="http://schemas.openxmlformats.org/officeDocument/2006/relationships/image" Target="../media/image2.emf"/><Relationship Id="rId5" Type="http://schemas.openxmlformats.org/officeDocument/2006/relationships/oleObject" Target="../embeddings/oleObject39.bin"/><Relationship Id="rId4"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tags" Target="../tags/tag402.xml"/><Relationship Id="rId7" Type="http://schemas.openxmlformats.org/officeDocument/2006/relationships/image" Target="../media/image20.png"/><Relationship Id="rId2" Type="http://schemas.openxmlformats.org/officeDocument/2006/relationships/tags" Target="../tags/tag401.xml"/><Relationship Id="rId1" Type="http://schemas.openxmlformats.org/officeDocument/2006/relationships/vmlDrawing" Target="../drawings/vmlDrawing40.vml"/><Relationship Id="rId6" Type="http://schemas.openxmlformats.org/officeDocument/2006/relationships/image" Target="../media/image2.emf"/><Relationship Id="rId5" Type="http://schemas.openxmlformats.org/officeDocument/2006/relationships/oleObject" Target="../embeddings/oleObject40.bin"/><Relationship Id="rId4"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tags" Target="../tags/tag404.xml"/><Relationship Id="rId7" Type="http://schemas.openxmlformats.org/officeDocument/2006/relationships/image" Target="../media/image21.jpg"/><Relationship Id="rId2" Type="http://schemas.openxmlformats.org/officeDocument/2006/relationships/tags" Target="../tags/tag403.xml"/><Relationship Id="rId1" Type="http://schemas.openxmlformats.org/officeDocument/2006/relationships/vmlDrawing" Target="../drawings/vmlDrawing41.vml"/><Relationship Id="rId6" Type="http://schemas.openxmlformats.org/officeDocument/2006/relationships/image" Target="../media/image2.emf"/><Relationship Id="rId5" Type="http://schemas.openxmlformats.org/officeDocument/2006/relationships/oleObject" Target="../embeddings/oleObject41.bin"/><Relationship Id="rId4"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vmlDrawing" Target="../drawings/vmlDrawing42.vml"/><Relationship Id="rId6" Type="http://schemas.openxmlformats.org/officeDocument/2006/relationships/image" Target="../media/image2.emf"/><Relationship Id="rId5" Type="http://schemas.openxmlformats.org/officeDocument/2006/relationships/oleObject" Target="../embeddings/oleObject42.bin"/><Relationship Id="rId4"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vmlDrawing" Target="../drawings/vmlDrawing43.vml"/><Relationship Id="rId6" Type="http://schemas.openxmlformats.org/officeDocument/2006/relationships/image" Target="../media/image2.emf"/><Relationship Id="rId5" Type="http://schemas.openxmlformats.org/officeDocument/2006/relationships/oleObject" Target="../embeddings/oleObject43.bin"/><Relationship Id="rId4"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image" Target="../media/dream_meai_1_1-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43.xml.rels><?xml version="1.0" encoding="UTF-8" standalone="yes"?>
<Relationships xmlns="http://schemas.openxmlformats.org/package/2006/relationships"><Relationship Id="rId1" Type="http://schemas.openxmlformats.org/officeDocument/2006/relationships/image" Target="../media/dream_meai_2_2-1.png"/><Relationship Id="rId2" Type="http://schemas.openxmlformats.org/officeDocument/2006/relationships/image" Target="../media/dream_meai_2_2-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image" Target="../media/dream_meai_3_3-1.png"/><Relationship Id="rId2" Type="http://schemas.openxmlformats.org/officeDocument/2006/relationships/image" Target="../media/dream_meai_3_3-2.png"/><Relationship Id="rId3" Type="http://schemas.openxmlformats.org/officeDocument/2006/relationships/image" Target="../media/dream_meai_3_3-3.png"/><Relationship Id="rId4" Type="http://schemas.openxmlformats.org/officeDocument/2006/relationships/image" Target="../media/dream_meai_3_3-4.png"/><Relationship Id="rId5" Type="http://schemas.openxmlformats.org/officeDocument/2006/relationships/image" Target="../media/dream_meai_3_3-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image" Target="../media/dream_meai_5_5-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개체 3" hidden="1"/>
          <p:cNvGraphicFramePr>
            <a:graphicFrameLocks noChangeAspect="1"/>
          </p:cNvGraphicFramePr>
          <p:nvPr>
            <p:custDataLst>
              <p:tags r:id="rId2"/>
            </p:custDataLst>
            <p:extLst>
              <p:ext uri="{D42A27DB-BD31-4B8C-83A1-F6EECF244321}">
                <p14:modId xmlns:p14="http://schemas.microsoft.com/office/powerpoint/2010/main" val="3480704866"/>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3388013" name="think-cell Slide" r:id="rId4" imgW="270" imgH="270" progId="TCLayout.ActiveDocument.1">
                  <p:embed/>
                </p:oleObj>
              </mc:Choice>
              <mc:Fallback>
                <p:oleObj name="think-cell Slide" r:id="rId4" imgW="270" imgH="270" progId="TCLayout.ActiveDocument.1">
                  <p:embed/>
                  <p:pic>
                    <p:nvPicPr>
                      <p:cNvPr id="0" name="Picture 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제목 4"/>
          <p:cNvSpPr>
            <a:spLocks noGrp="1"/>
          </p:cNvSpPr>
          <p:nvPr>
            <p:ph type="ctrTitle"/>
          </p:nvPr>
        </p:nvSpPr>
        <p:spPr>
          <a:xfrm>
            <a:off x="247653" y="2067694"/>
            <a:ext cx="8642349" cy="923330"/>
          </a:xfrm>
        </p:spPr>
        <p:txBody>
          <a:bodyPr vert="horz"/>
          <a:lstStyle/>
          <a:p>
            <a:pPr algn="ctr"/>
            <a:r>
              <a:rPr lang="ko-KR" altLang="en-US" sz="6000" dirty="0" err="1">
                <a:solidFill>
                  <a:srgbClr val="FFC000"/>
                </a:solidFill>
              </a:rPr>
              <a:t>메리츠드림</a:t>
            </a:r>
            <a:endParaRPr lang="ko-KR" altLang="en-US" sz="6000" dirty="0">
              <a:solidFill>
                <a:srgbClr val="FFC000"/>
              </a:solidFill>
            </a:endParaRPr>
          </a:p>
        </p:txBody>
      </p:sp>
      <p:sp>
        <p:nvSpPr>
          <p:cNvPr id="3" name="부제목 2"/>
          <p:cNvSpPr>
            <a:spLocks noGrp="1"/>
          </p:cNvSpPr>
          <p:nvPr>
            <p:ph type="subTitle" idx="1"/>
          </p:nvPr>
        </p:nvSpPr>
        <p:spPr/>
        <p:txBody>
          <a:bodyPr/>
          <a:lstStyle/>
          <a:p>
            <a:r>
              <a:rPr lang="ko-KR" altLang="en-US" dirty="0"/>
              <a:t>성장하는 배 </a:t>
            </a:r>
            <a:r>
              <a:rPr lang="en-US" altLang="ko-KR" dirty="0"/>
              <a:t>: 2</a:t>
            </a:r>
            <a:r>
              <a:rPr lang="ko-KR" altLang="en-US" dirty="0"/>
              <a:t>차 </a:t>
            </a:r>
            <a:r>
              <a:rPr lang="ko-KR" altLang="en-US" dirty="0" err="1"/>
              <a:t>출항식</a:t>
            </a:r>
            <a:endParaRPr lang="ko-KR" altLang="en-US" dirty="0"/>
          </a:p>
        </p:txBody>
      </p:sp>
      <p:sp>
        <p:nvSpPr>
          <p:cNvPr id="8" name="텍스트 개체 틀 7"/>
          <p:cNvSpPr>
            <a:spLocks noGrp="1"/>
          </p:cNvSpPr>
          <p:nvPr>
            <p:ph type="body" sz="quarter" idx="14"/>
          </p:nvPr>
        </p:nvSpPr>
        <p:spPr/>
        <p:txBody>
          <a:bodyPr/>
          <a:lstStyle/>
          <a:p>
            <a:endParaRPr lang="ko-KR" altLang="en-US"/>
          </a:p>
        </p:txBody>
      </p:sp>
      <p:sp>
        <p:nvSpPr>
          <p:cNvPr id="9" name="텍스트 개체 틀 8"/>
          <p:cNvSpPr>
            <a:spLocks noGrp="1"/>
          </p:cNvSpPr>
          <p:nvPr>
            <p:ph type="body" sz="quarter" idx="15"/>
          </p:nvPr>
        </p:nvSpPr>
        <p:spPr/>
        <p:txBody>
          <a:bodyPr/>
          <a:lstStyle/>
          <a:p>
            <a:endParaRPr lang="ko-KR" altLang="en-US"/>
          </a:p>
        </p:txBody>
      </p:sp>
      <p:sp>
        <p:nvSpPr>
          <p:cNvPr id="23" name="그림 개체 틀 22">
            <a:extLst>
              <a:ext uri="{FF2B5EF4-FFF2-40B4-BE49-F238E27FC236}">
                <a16:creationId xmlns:a16="http://schemas.microsoft.com/office/drawing/2014/main" id="{3ECF8E82-805E-42A0-9201-C35B00DF1A48}"/>
              </a:ext>
            </a:extLst>
          </p:cNvPr>
          <p:cNvSpPr>
            <a:spLocks noGrp="1"/>
          </p:cNvSpPr>
          <p:nvPr>
            <p:ph type="pic" sz="quarter" idx="13"/>
          </p:nvPr>
        </p:nvSpPr>
        <p:spPr/>
      </p:sp>
    </p:spTree>
    <p:extLst>
      <p:ext uri="{BB962C8B-B14F-4D97-AF65-F5344CB8AC3E}">
        <p14:creationId xmlns:p14="http://schemas.microsoft.com/office/powerpoint/2010/main" val="1834228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6817"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a:lstStyle/>
          <a:p>
            <a:endParaRPr lang="ko-KR" altLang="en-US" dirty="0"/>
          </a:p>
        </p:txBody>
      </p:sp>
      <p:sp>
        <p:nvSpPr>
          <p:cNvPr id="7" name="제목 4">
            <a:extLst>
              <a:ext uri="{FF2B5EF4-FFF2-40B4-BE49-F238E27FC236}">
                <a16:creationId xmlns:a16="http://schemas.microsoft.com/office/drawing/2014/main" id="{CA91DB0D-B26E-457F-884E-504F50E9DB8F}"/>
              </a:ext>
            </a:extLst>
          </p:cNvPr>
          <p:cNvSpPr txBox="1">
            <a:spLocks/>
          </p:cNvSpPr>
          <p:nvPr/>
        </p:nvSpPr>
        <p:spPr>
          <a:xfrm>
            <a:off x="242903" y="1699674"/>
            <a:ext cx="8642349" cy="923330"/>
          </a:xfrm>
          <a:prstGeom prst="rect">
            <a:avLst/>
          </a:prstGeom>
        </p:spPr>
        <p:txBody>
          <a:bodyPr vert="horz" lIns="0" tIns="0" rIns="0" bIns="0" rtlCol="0" anchor="t" anchorCtr="0">
            <a:noAutofit/>
          </a:bodyPr>
          <a:lst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a:lstStyle>
          <a:p>
            <a:pPr algn="ctr"/>
            <a:r>
              <a:rPr lang="en-US" altLang="ko-KR" sz="7200" dirty="0">
                <a:solidFill>
                  <a:srgbClr val="FFC000"/>
                </a:solidFill>
              </a:rPr>
              <a:t>YOUR TURN</a:t>
            </a:r>
          </a:p>
          <a:p>
            <a:pPr algn="ctr"/>
            <a:r>
              <a:rPr lang="ko-KR" altLang="en-US" sz="4000" dirty="0"/>
              <a:t>이제</a:t>
            </a:r>
            <a:r>
              <a:rPr lang="en-US" altLang="ko-KR" sz="4000" dirty="0"/>
              <a:t>, </a:t>
            </a:r>
            <a:r>
              <a:rPr lang="ko-KR" altLang="en-US" sz="4000" dirty="0"/>
              <a:t>당신이 주인공 입니다</a:t>
            </a:r>
            <a:r>
              <a:rPr lang="en-US" altLang="ko-KR" sz="4000" dirty="0"/>
              <a:t>.</a:t>
            </a:r>
          </a:p>
        </p:txBody>
      </p:sp>
    </p:spTree>
    <p:extLst>
      <p:ext uri="{BB962C8B-B14F-4D97-AF65-F5344CB8AC3E}">
        <p14:creationId xmlns:p14="http://schemas.microsoft.com/office/powerpoint/2010/main" val="3826655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2314776399"/>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556876"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endParaRPr lang="ko-KR" altLang="en-US" dirty="0"/>
          </a:p>
        </p:txBody>
      </p:sp>
      <p:pic>
        <p:nvPicPr>
          <p:cNvPr id="55" name="Image 0" descr="/mnt/data/meritz_dream_work/processed/office_soft.png">
            <a:extLst>
              <a:ext uri="{FF2B5EF4-FFF2-40B4-BE49-F238E27FC236}">
                <a16:creationId xmlns:a16="http://schemas.microsoft.com/office/drawing/2014/main" id="{6B1B76D2-CD05-4767-9E45-9689598D5AF2}"/>
              </a:ext>
            </a:extLst>
          </p:cNvPr>
          <p:cNvPicPr>
            <a:picLocks noChangeAspect="1"/>
          </p:cNvPicPr>
          <p:nvPr/>
        </p:nvPicPr>
        <p:blipFill>
          <a:blip r:embed="rId7"/>
          <a:stretch>
            <a:fillRect/>
          </a:stretch>
        </p:blipFill>
        <p:spPr>
          <a:xfrm>
            <a:off x="131035" y="1023578"/>
            <a:ext cx="4992555" cy="3744416"/>
          </a:xfrm>
          <a:prstGeom prst="rect">
            <a:avLst/>
          </a:prstGeom>
        </p:spPr>
      </p:pic>
      <p:sp>
        <p:nvSpPr>
          <p:cNvPr id="56" name="Text 1">
            <a:extLst>
              <a:ext uri="{FF2B5EF4-FFF2-40B4-BE49-F238E27FC236}">
                <a16:creationId xmlns:a16="http://schemas.microsoft.com/office/drawing/2014/main" id="{64927647-F8F6-4530-95C7-D3A9F9666F85}"/>
              </a:ext>
            </a:extLst>
          </p:cNvPr>
          <p:cNvSpPr/>
          <p:nvPr/>
        </p:nvSpPr>
        <p:spPr>
          <a:xfrm>
            <a:off x="5184192" y="1644332"/>
            <a:ext cx="3743908" cy="2295569"/>
          </a:xfrm>
          <a:prstGeom prst="rect">
            <a:avLst/>
          </a:prstGeom>
          <a:noFill/>
          <a:ln/>
        </p:spPr>
        <p:txBody>
          <a:bodyPr wrap="square" lIns="0" tIns="0" rIns="0" bIns="0" rtlCol="0" anchor="ctr"/>
          <a:lstStyle/>
          <a:p>
            <a:pPr marL="0" indent="0" algn="ctr">
              <a:lnSpc>
                <a:spcPct val="150000"/>
              </a:lnSpc>
              <a:buNone/>
            </a:pPr>
            <a:r>
              <a:rPr lang="ko-KR" altLang="en-US" sz="4000" b="1" dirty="0">
                <a:solidFill>
                  <a:srgbClr val="FFFFFF"/>
                </a:solidFill>
                <a:latin typeface="Malgun Gothic" pitchFamily="34" charset="0"/>
                <a:ea typeface="Malgun Gothic" pitchFamily="34" charset="-122"/>
                <a:cs typeface="Malgun Gothic" pitchFamily="34" charset="-120"/>
              </a:rPr>
              <a:t>이 작은 방에서</a:t>
            </a:r>
            <a:endParaRPr lang="en-US" altLang="ko-KR" sz="4000" b="1" dirty="0">
              <a:solidFill>
                <a:srgbClr val="FFFFFF"/>
              </a:solidFill>
              <a:latin typeface="Malgun Gothic" pitchFamily="34" charset="0"/>
              <a:ea typeface="Malgun Gothic" pitchFamily="34" charset="-122"/>
              <a:cs typeface="Malgun Gothic" pitchFamily="34" charset="-120"/>
            </a:endParaRPr>
          </a:p>
          <a:p>
            <a:pPr marL="0" indent="0" algn="ctr">
              <a:lnSpc>
                <a:spcPct val="150000"/>
              </a:lnSpc>
              <a:buNone/>
            </a:pPr>
            <a:r>
              <a:rPr lang="ko-KR" altLang="en-US" sz="4000" b="1" dirty="0">
                <a:solidFill>
                  <a:srgbClr val="FFFFFF"/>
                </a:solidFill>
                <a:latin typeface="Malgun Gothic" pitchFamily="34" charset="0"/>
                <a:ea typeface="Malgun Gothic" pitchFamily="34" charset="-122"/>
              </a:rPr>
              <a:t>어디까지</a:t>
            </a:r>
            <a:endParaRPr lang="en-US" altLang="ko-KR" sz="4000" b="1" dirty="0">
              <a:solidFill>
                <a:srgbClr val="FFFFFF"/>
              </a:solidFill>
              <a:latin typeface="Malgun Gothic" pitchFamily="34" charset="0"/>
              <a:ea typeface="Malgun Gothic" pitchFamily="34" charset="-122"/>
            </a:endParaRPr>
          </a:p>
          <a:p>
            <a:pPr marL="0" indent="0" algn="ctr">
              <a:lnSpc>
                <a:spcPct val="150000"/>
              </a:lnSpc>
              <a:buNone/>
            </a:pPr>
            <a:r>
              <a:rPr lang="ko-KR" altLang="en-US" sz="4000" b="1" dirty="0">
                <a:solidFill>
                  <a:srgbClr val="FFC000"/>
                </a:solidFill>
                <a:latin typeface="Malgun Gothic" pitchFamily="34" charset="0"/>
                <a:ea typeface="Malgun Gothic" pitchFamily="34" charset="-122"/>
              </a:rPr>
              <a:t>꿈꿨을까요</a:t>
            </a:r>
            <a:r>
              <a:rPr lang="en-US" altLang="ko-KR" sz="4000" b="1" dirty="0">
                <a:solidFill>
                  <a:srgbClr val="FFC000"/>
                </a:solidFill>
                <a:latin typeface="Malgun Gothic" pitchFamily="34" charset="0"/>
                <a:ea typeface="Malgun Gothic" pitchFamily="34" charset="-122"/>
              </a:rPr>
              <a:t>?</a:t>
            </a:r>
            <a:endParaRPr lang="ko-KR" sz="4000" dirty="0">
              <a:solidFill>
                <a:srgbClr val="FFC000"/>
              </a:solidFill>
            </a:endParaRPr>
          </a:p>
        </p:txBody>
      </p:sp>
    </p:spTree>
    <p:extLst>
      <p:ext uri="{BB962C8B-B14F-4D97-AF65-F5344CB8AC3E}">
        <p14:creationId xmlns:p14="http://schemas.microsoft.com/office/powerpoint/2010/main" val="228880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온라인_서점에서_세계로.png"/>
          <p:cNvPicPr>
            <a:picLocks noChangeAspect="1"/>
          </p:cNvPicPr>
          <p:nvPr/>
        </p:nvPicPr>
        <p:blipFill>
          <a:blip r:embed="rId2"/>
          <a:stretch>
            <a:fillRect/>
          </a:stretch>
        </p:blipFill>
        <p:spPr>
          <a:xfrm>
            <a:off x="1" y="0"/>
            <a:ext cx="9143771"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293979686"/>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39093"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2" descr="right_2_doorstep_package.png">
            <a:extLst>
              <a:ext uri="{FF2B5EF4-FFF2-40B4-BE49-F238E27FC236}">
                <a16:creationId xmlns:a16="http://schemas.microsoft.com/office/drawing/2014/main" id="{E99F871A-0437-49FC-9118-C87370FAD173}"/>
              </a:ext>
            </a:extLst>
          </p:cNvPr>
          <p:cNvPicPr>
            <a:picLocks noChangeAspect="1"/>
          </p:cNvPicPr>
          <p:nvPr/>
        </p:nvPicPr>
        <p:blipFill rotWithShape="1">
          <a:blip r:embed="rId7"/>
          <a:srcRect l="15098" t="9396" r="4543" b="6810"/>
          <a:stretch/>
        </p:blipFill>
        <p:spPr>
          <a:xfrm>
            <a:off x="4969495" y="2304565"/>
            <a:ext cx="3872830" cy="2384886"/>
          </a:xfrm>
          <a:prstGeom prst="rect">
            <a:avLst/>
          </a:prstGeom>
        </p:spPr>
      </p:pic>
      <p:pic>
        <p:nvPicPr>
          <p:cNvPr id="12" name="Picture 2" descr="left_2_smart_warehouse.png">
            <a:extLst>
              <a:ext uri="{FF2B5EF4-FFF2-40B4-BE49-F238E27FC236}">
                <a16:creationId xmlns:a16="http://schemas.microsoft.com/office/drawing/2014/main" id="{C1F9DEAF-0C54-4E32-A019-341DDCA0F02F}"/>
              </a:ext>
            </a:extLst>
          </p:cNvPr>
          <p:cNvPicPr>
            <a:picLocks noChangeAspect="1"/>
          </p:cNvPicPr>
          <p:nvPr/>
        </p:nvPicPr>
        <p:blipFill rotWithShape="1">
          <a:blip r:embed="rId8"/>
          <a:srcRect r="19154" b="6462"/>
          <a:stretch/>
        </p:blipFill>
        <p:spPr>
          <a:xfrm>
            <a:off x="295566" y="2317367"/>
            <a:ext cx="3872830" cy="2372084"/>
          </a:xfrm>
          <a:prstGeom prst="rect">
            <a:avLst/>
          </a:prstGeom>
        </p:spPr>
      </p:pic>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endParaRPr lang="ko-KR" altLang="en-US" dirty="0"/>
          </a:p>
        </p:txBody>
      </p:sp>
      <p:sp>
        <p:nvSpPr>
          <p:cNvPr id="13" name="Shape 3">
            <a:extLst>
              <a:ext uri="{FF2B5EF4-FFF2-40B4-BE49-F238E27FC236}">
                <a16:creationId xmlns:a16="http://schemas.microsoft.com/office/drawing/2014/main" id="{68E7DFED-BD39-4B56-929E-04D96D2D97C9}"/>
              </a:ext>
            </a:extLst>
          </p:cNvPr>
          <p:cNvSpPr/>
          <p:nvPr/>
        </p:nvSpPr>
        <p:spPr>
          <a:xfrm>
            <a:off x="247442" y="2293453"/>
            <a:ext cx="3944087" cy="461939"/>
          </a:xfrm>
          <a:prstGeom prst="rect">
            <a:avLst/>
          </a:prstGeom>
          <a:solidFill>
            <a:srgbClr val="000000">
              <a:alpha val="72000"/>
            </a:srgbClr>
          </a:solidFill>
          <a:ln w="12700">
            <a:solidFill>
              <a:srgbClr val="000000">
                <a:alpha val="0"/>
              </a:srgbClr>
            </a:solidFill>
            <a:prstDash val="solid"/>
          </a:ln>
        </p:spPr>
        <p:txBody>
          <a:bodyPr anchor="ctr"/>
          <a:lstStyle/>
          <a:p>
            <a:r>
              <a:rPr lang="ko-KR" altLang="en-US" b="1" dirty="0"/>
              <a:t>더 많은 선택</a:t>
            </a:r>
          </a:p>
        </p:txBody>
      </p:sp>
      <p:sp>
        <p:nvSpPr>
          <p:cNvPr id="14" name="Shape 3">
            <a:extLst>
              <a:ext uri="{FF2B5EF4-FFF2-40B4-BE49-F238E27FC236}">
                <a16:creationId xmlns:a16="http://schemas.microsoft.com/office/drawing/2014/main" id="{4EE29D29-AD66-4E2C-A9AF-A581A9FB8CB0}"/>
              </a:ext>
            </a:extLst>
          </p:cNvPr>
          <p:cNvSpPr/>
          <p:nvPr/>
        </p:nvSpPr>
        <p:spPr>
          <a:xfrm>
            <a:off x="4892181" y="2293453"/>
            <a:ext cx="3998482" cy="534369"/>
          </a:xfrm>
          <a:prstGeom prst="rect">
            <a:avLst/>
          </a:prstGeom>
          <a:solidFill>
            <a:srgbClr val="000000">
              <a:alpha val="72000"/>
            </a:srgbClr>
          </a:solidFill>
          <a:ln w="12700">
            <a:solidFill>
              <a:srgbClr val="000000">
                <a:alpha val="0"/>
              </a:srgbClr>
            </a:solidFill>
            <a:prstDash val="solid"/>
          </a:ln>
        </p:spPr>
        <p:txBody>
          <a:bodyPr anchor="ctr"/>
          <a:lstStyle/>
          <a:p>
            <a:r>
              <a:rPr lang="ko-KR" altLang="en-US" b="1" dirty="0"/>
              <a:t>더 가까운 선택</a:t>
            </a:r>
          </a:p>
        </p:txBody>
      </p:sp>
      <p:sp>
        <p:nvSpPr>
          <p:cNvPr id="15" name="Text 1">
            <a:extLst>
              <a:ext uri="{FF2B5EF4-FFF2-40B4-BE49-F238E27FC236}">
                <a16:creationId xmlns:a16="http://schemas.microsoft.com/office/drawing/2014/main" id="{A491AD11-4366-4676-9C42-DC7EB93C7149}"/>
              </a:ext>
            </a:extLst>
          </p:cNvPr>
          <p:cNvSpPr/>
          <p:nvPr/>
        </p:nvSpPr>
        <p:spPr>
          <a:xfrm>
            <a:off x="269050" y="504515"/>
            <a:ext cx="5203049" cy="1728651"/>
          </a:xfrm>
          <a:prstGeom prst="rect">
            <a:avLst/>
          </a:prstGeom>
          <a:noFill/>
          <a:ln/>
        </p:spPr>
        <p:txBody>
          <a:bodyPr wrap="square" lIns="0" tIns="0" rIns="0" bIns="0" rtlCol="0" anchor="ctr"/>
          <a:lstStyle/>
          <a:p>
            <a:pPr marL="0" indent="0">
              <a:buNone/>
            </a:pPr>
            <a:r>
              <a:rPr lang="ko-KR" altLang="en-US" sz="4000" b="1" dirty="0">
                <a:solidFill>
                  <a:srgbClr val="FFFFFF"/>
                </a:solidFill>
                <a:latin typeface="Malgun Gothic" pitchFamily="34" charset="0"/>
                <a:ea typeface="Malgun Gothic" pitchFamily="34" charset="-122"/>
                <a:cs typeface="Malgun Gothic" pitchFamily="34" charset="-120"/>
              </a:rPr>
              <a:t>책을 파는 데서</a:t>
            </a:r>
            <a:endParaRPr lang="en-US" altLang="ko-KR" sz="4000" b="1" dirty="0">
              <a:solidFill>
                <a:srgbClr val="FFFFFF"/>
              </a:solidFill>
              <a:latin typeface="Malgun Gothic" pitchFamily="34" charset="0"/>
              <a:ea typeface="Malgun Gothic" pitchFamily="34" charset="-122"/>
              <a:cs typeface="Malgun Gothic" pitchFamily="34" charset="-120"/>
            </a:endParaRPr>
          </a:p>
          <a:p>
            <a:pPr marL="0" indent="0">
              <a:buNone/>
            </a:pPr>
            <a:r>
              <a:rPr lang="ko-KR" altLang="en-US" sz="4000" b="1" dirty="0">
                <a:solidFill>
                  <a:srgbClr val="FFC000"/>
                </a:solidFill>
                <a:latin typeface="Malgun Gothic" pitchFamily="34" charset="0"/>
                <a:ea typeface="Malgun Gothic" pitchFamily="34" charset="-122"/>
              </a:rPr>
              <a:t>고객의 일상으로 확장</a:t>
            </a:r>
            <a:endParaRPr lang="ko-KR" sz="4000" dirty="0">
              <a:solidFill>
                <a:srgbClr val="FFC000"/>
              </a:solidFill>
            </a:endParaRPr>
          </a:p>
        </p:txBody>
      </p:sp>
    </p:spTree>
    <p:extLst>
      <p:ext uri="{BB962C8B-B14F-4D97-AF65-F5344CB8AC3E}">
        <p14:creationId xmlns:p14="http://schemas.microsoft.com/office/powerpoint/2010/main" val="12957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47273"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endParaRPr lang="ko-KR" altLang="en-US" dirty="0"/>
          </a:p>
        </p:txBody>
      </p:sp>
      <p:sp>
        <p:nvSpPr>
          <p:cNvPr id="15" name="Text 1">
            <a:extLst>
              <a:ext uri="{FF2B5EF4-FFF2-40B4-BE49-F238E27FC236}">
                <a16:creationId xmlns:a16="http://schemas.microsoft.com/office/drawing/2014/main" id="{A491AD11-4366-4676-9C42-DC7EB93C7149}"/>
              </a:ext>
            </a:extLst>
          </p:cNvPr>
          <p:cNvSpPr/>
          <p:nvPr/>
        </p:nvSpPr>
        <p:spPr>
          <a:xfrm>
            <a:off x="971092" y="1707424"/>
            <a:ext cx="7128792" cy="1728651"/>
          </a:xfrm>
          <a:prstGeom prst="rect">
            <a:avLst/>
          </a:prstGeom>
          <a:noFill/>
          <a:ln/>
        </p:spPr>
        <p:txBody>
          <a:bodyPr wrap="square" lIns="0" tIns="0" rIns="0" bIns="0" rtlCol="0" anchor="ctr"/>
          <a:lstStyle/>
          <a:p>
            <a:pPr marL="0" indent="0" algn="ctr">
              <a:lnSpc>
                <a:spcPct val="150000"/>
              </a:lnSpc>
              <a:buNone/>
            </a:pPr>
            <a:r>
              <a:rPr lang="ko-KR" altLang="en-US" sz="4000" b="1" dirty="0">
                <a:solidFill>
                  <a:srgbClr val="FFFFFF"/>
                </a:solidFill>
                <a:latin typeface="Malgun Gothic" pitchFamily="34" charset="0"/>
                <a:ea typeface="Malgun Gothic" pitchFamily="34" charset="-122"/>
                <a:cs typeface="Malgun Gothic" pitchFamily="34" charset="-120"/>
              </a:rPr>
              <a:t>아마존이 서점을 꿈꿨다면</a:t>
            </a:r>
            <a:r>
              <a:rPr lang="en-US" altLang="ko-KR" sz="4000" b="1" dirty="0">
                <a:solidFill>
                  <a:srgbClr val="FFFFFF"/>
                </a:solidFill>
                <a:latin typeface="Malgun Gothic" pitchFamily="34" charset="0"/>
                <a:ea typeface="Malgun Gothic" pitchFamily="34" charset="-122"/>
                <a:cs typeface="Malgun Gothic" pitchFamily="34" charset="-120"/>
              </a:rPr>
              <a:t>,</a:t>
            </a:r>
          </a:p>
          <a:p>
            <a:pPr marL="0" indent="0" algn="ctr">
              <a:lnSpc>
                <a:spcPct val="150000"/>
              </a:lnSpc>
              <a:buNone/>
            </a:pPr>
            <a:r>
              <a:rPr lang="ko-KR" altLang="en-US" sz="4000" b="1" dirty="0">
                <a:solidFill>
                  <a:srgbClr val="FFC000"/>
                </a:solidFill>
                <a:latin typeface="Malgun Gothic" pitchFamily="34" charset="0"/>
                <a:ea typeface="Malgun Gothic" pitchFamily="34" charset="-122"/>
                <a:cs typeface="Malgun Gothic" pitchFamily="34" charset="-120"/>
              </a:rPr>
              <a:t>지금도 서점으로 남았을 것</a:t>
            </a:r>
            <a:endParaRPr lang="ko-KR" sz="4000" dirty="0">
              <a:solidFill>
                <a:srgbClr val="FFC000"/>
              </a:solidFill>
            </a:endParaRPr>
          </a:p>
        </p:txBody>
      </p:sp>
    </p:spTree>
    <p:extLst>
      <p:ext uri="{BB962C8B-B14F-4D97-AF65-F5344CB8AC3E}">
        <p14:creationId xmlns:p14="http://schemas.microsoft.com/office/powerpoint/2010/main" val="161879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2048989683"/>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0679"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 descr="amazon_v3_a3_everything.png">
            <a:extLst>
              <a:ext uri="{FF2B5EF4-FFF2-40B4-BE49-F238E27FC236}">
                <a16:creationId xmlns:a16="http://schemas.microsoft.com/office/drawing/2014/main" id="{9ED8B85C-E740-4FCE-B179-CFF512D4FB6A}"/>
              </a:ext>
            </a:extLst>
          </p:cNvPr>
          <p:cNvPicPr>
            <a:picLocks noChangeAspect="1"/>
          </p:cNvPicPr>
          <p:nvPr/>
        </p:nvPicPr>
        <p:blipFill>
          <a:blip r:embed="rId7"/>
          <a:stretch>
            <a:fillRect/>
          </a:stretch>
        </p:blipFill>
        <p:spPr>
          <a:xfrm>
            <a:off x="1" y="0"/>
            <a:ext cx="9144000" cy="5143629"/>
          </a:xfrm>
          <a:prstGeom prst="rect">
            <a:avLst/>
          </a:prstGeom>
        </p:spPr>
      </p:pic>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16" name="Text 1">
            <a:extLst>
              <a:ext uri="{FF2B5EF4-FFF2-40B4-BE49-F238E27FC236}">
                <a16:creationId xmlns:a16="http://schemas.microsoft.com/office/drawing/2014/main" id="{54373918-0229-48F0-AE91-7E30C4DC7A2E}"/>
              </a:ext>
            </a:extLst>
          </p:cNvPr>
          <p:cNvSpPr/>
          <p:nvPr/>
        </p:nvSpPr>
        <p:spPr>
          <a:xfrm>
            <a:off x="233136" y="3579862"/>
            <a:ext cx="8910863" cy="1476787"/>
          </a:xfrm>
          <a:prstGeom prst="rect">
            <a:avLst/>
          </a:prstGeom>
          <a:noFill/>
          <a:ln/>
        </p:spPr>
        <p:txBody>
          <a:bodyPr wrap="square" lIns="0" tIns="0" rIns="0" bIns="0" rtlCol="0" anchor="ctr"/>
          <a:lstStyle/>
          <a:p>
            <a:pPr marL="0" indent="0">
              <a:buNone/>
            </a:pPr>
            <a:r>
              <a:rPr lang="ko-KR" altLang="en-US" sz="3200" b="1" dirty="0">
                <a:solidFill>
                  <a:srgbClr val="FFFFFF"/>
                </a:solidFill>
                <a:latin typeface="Malgun Gothic" pitchFamily="34" charset="0"/>
                <a:ea typeface="Malgun Gothic" pitchFamily="34" charset="-122"/>
              </a:rPr>
              <a:t>큰 회사가 큰 꿈을 꾸는 것이 아니라</a:t>
            </a:r>
            <a:r>
              <a:rPr lang="en-US" altLang="ko-KR" sz="3200" b="1" dirty="0">
                <a:solidFill>
                  <a:srgbClr val="FFFFFF"/>
                </a:solidFill>
                <a:latin typeface="Malgun Gothic" pitchFamily="34" charset="0"/>
                <a:ea typeface="Malgun Gothic" pitchFamily="34" charset="-122"/>
              </a:rPr>
              <a:t>,</a:t>
            </a:r>
          </a:p>
          <a:p>
            <a:pPr marL="0" indent="0">
              <a:buNone/>
            </a:pPr>
            <a:r>
              <a:rPr lang="ko-KR" altLang="en-US" sz="3200" b="1" dirty="0">
                <a:solidFill>
                  <a:srgbClr val="FFC000"/>
                </a:solidFill>
                <a:latin typeface="Malgun Gothic" pitchFamily="34" charset="0"/>
                <a:ea typeface="Malgun Gothic" pitchFamily="34" charset="-122"/>
              </a:rPr>
              <a:t>큰 꿈을 꾸었기 때문에 큰 회사가 된 것</a:t>
            </a:r>
            <a:r>
              <a:rPr lang="ko-KR" altLang="en-US" sz="3200" b="1" dirty="0">
                <a:solidFill>
                  <a:srgbClr val="FFFFFF"/>
                </a:solidFill>
                <a:latin typeface="Malgun Gothic" pitchFamily="34" charset="0"/>
                <a:ea typeface="Malgun Gothic" pitchFamily="34" charset="-122"/>
              </a:rPr>
              <a:t>입니다</a:t>
            </a:r>
            <a:r>
              <a:rPr lang="en-US" altLang="ko-KR" sz="3200" b="1" dirty="0">
                <a:solidFill>
                  <a:srgbClr val="FFFFFF"/>
                </a:solidFill>
                <a:latin typeface="Malgun Gothic" pitchFamily="34" charset="0"/>
                <a:ea typeface="Malgun Gothic" pitchFamily="34" charset="-122"/>
              </a:rPr>
              <a:t>.</a:t>
            </a:r>
            <a:endParaRPr lang="ko-KR" sz="3200" dirty="0">
              <a:solidFill>
                <a:srgbClr val="FFC000"/>
              </a:solidFill>
            </a:endParaRPr>
          </a:p>
        </p:txBody>
      </p:sp>
      <p:sp>
        <p:nvSpPr>
          <p:cNvPr id="7" name="직사각형 6">
            <a:extLst>
              <a:ext uri="{FF2B5EF4-FFF2-40B4-BE49-F238E27FC236}">
                <a16:creationId xmlns:a16="http://schemas.microsoft.com/office/drawing/2014/main" id="{34269296-4D74-478D-94E0-67C2C28ED6ED}"/>
              </a:ext>
            </a:extLst>
          </p:cNvPr>
          <p:cNvSpPr/>
          <p:nvPr/>
        </p:nvSpPr>
        <p:spPr>
          <a:xfrm>
            <a:off x="7488324" y="4840002"/>
            <a:ext cx="1655675" cy="303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400" b="1" dirty="0">
              <a:solidFill>
                <a:schemeClr val="tx1"/>
              </a:solidFill>
              <a:latin typeface="Arial" pitchFamily="34" charset="0"/>
            </a:endParaRPr>
          </a:p>
        </p:txBody>
      </p:sp>
      <p:sp>
        <p:nvSpPr>
          <p:cNvPr id="10" name="제목 9">
            <a:extLst>
              <a:ext uri="{FF2B5EF4-FFF2-40B4-BE49-F238E27FC236}">
                <a16:creationId xmlns:a16="http://schemas.microsoft.com/office/drawing/2014/main" id="{9C0E105F-A041-4D9C-B989-95300F56DEBB}"/>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761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758101551"/>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17607" name="think-cell Slide" r:id="rId17" imgW="270" imgH="270" progId="TCLayout.ActiveDocument.1">
                  <p:embed/>
                </p:oleObj>
              </mc:Choice>
              <mc:Fallback>
                <p:oleObj name="think-cell Slide" r:id="rId17" imgW="270" imgH="270" progId="TCLayout.ActiveDocument.1">
                  <p:embed/>
                  <p:pic>
                    <p:nvPicPr>
                      <p:cNvPr id="17" name="개체 16" hidden="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vert="horz"/>
          <a:lstStyle/>
          <a:p>
            <a:r>
              <a:rPr lang="ko-KR" altLang="en-US" dirty="0"/>
              <a:t>인보험 시장 감소</a:t>
            </a:r>
            <a:r>
              <a:rPr lang="en-US" altLang="ko-KR" dirty="0"/>
              <a:t>, </a:t>
            </a:r>
            <a:r>
              <a:rPr lang="ko-KR" altLang="en-US" dirty="0"/>
              <a:t>당사만 유일하게 성장 중</a:t>
            </a:r>
          </a:p>
        </p:txBody>
      </p:sp>
      <p:sp>
        <p:nvSpPr>
          <p:cNvPr id="44" name="TextBox 43">
            <a:extLst>
              <a:ext uri="{FF2B5EF4-FFF2-40B4-BE49-F238E27FC236}">
                <a16:creationId xmlns:a16="http://schemas.microsoft.com/office/drawing/2014/main" id="{B8125A9D-18C9-4632-97EB-E51BA6B7DC92}"/>
              </a:ext>
            </a:extLst>
          </p:cNvPr>
          <p:cNvSpPr txBox="1"/>
          <p:nvPr/>
        </p:nvSpPr>
        <p:spPr>
          <a:xfrm>
            <a:off x="250825" y="1095586"/>
            <a:ext cx="1731243" cy="461665"/>
          </a:xfrm>
          <a:prstGeom prst="rect">
            <a:avLst/>
          </a:prstGeom>
          <a:noFill/>
        </p:spPr>
        <p:txBody>
          <a:bodyPr wrap="none" lIns="0" tIns="0" rIns="0" bIns="0" rtlCol="0">
            <a:spAutoFit/>
          </a:bodyPr>
          <a:lstStyle/>
          <a:p>
            <a:pPr eaLnBrk="0" latinLnBrk="0" hangingPunct="0"/>
            <a:r>
              <a:rPr lang="en-US" altLang="ko-KR" b="1" dirty="0">
                <a:latin typeface="Arial" pitchFamily="34" charset="0"/>
              </a:rPr>
              <a:t>TA</a:t>
            </a:r>
            <a:r>
              <a:rPr lang="ko-KR" altLang="en-US" b="1" dirty="0">
                <a:latin typeface="Arial" pitchFamily="34" charset="0"/>
              </a:rPr>
              <a:t> 인보험 </a:t>
            </a:r>
            <a:r>
              <a:rPr lang="en-US" altLang="ko-KR" b="1" dirty="0">
                <a:latin typeface="Arial" pitchFamily="34" charset="0"/>
              </a:rPr>
              <a:t>Trend</a:t>
            </a:r>
          </a:p>
          <a:p>
            <a:pPr eaLnBrk="0" latinLnBrk="0" hangingPunct="0"/>
            <a:r>
              <a:rPr lang="ko-KR" altLang="en-US" sz="1200" b="1" dirty="0">
                <a:latin typeface="Arial" pitchFamily="34" charset="0"/>
                <a:cs typeface="Arial" pitchFamily="34" charset="0"/>
              </a:rPr>
              <a:t>억</a:t>
            </a:r>
            <a:r>
              <a:rPr lang="en-US" altLang="ko-KR" sz="1200" b="1" dirty="0">
                <a:latin typeface="Arial" pitchFamily="34" charset="0"/>
                <a:cs typeface="Arial" pitchFamily="34" charset="0"/>
              </a:rPr>
              <a:t>, 1~9</a:t>
            </a:r>
            <a:r>
              <a:rPr lang="ko-KR" altLang="en-US" sz="1200" b="1" dirty="0">
                <a:latin typeface="Arial" pitchFamily="34" charset="0"/>
                <a:cs typeface="Arial" pitchFamily="34" charset="0"/>
              </a:rPr>
              <a:t>월 평균</a:t>
            </a:r>
            <a:endParaRPr lang="en-US" altLang="ko-KR" sz="1200" b="1" dirty="0">
              <a:latin typeface="Arial" pitchFamily="34" charset="0"/>
              <a:cs typeface="Arial" pitchFamily="34" charset="0"/>
            </a:endParaRPr>
          </a:p>
        </p:txBody>
      </p:sp>
      <p:graphicFrame>
        <p:nvGraphicFramePr>
          <p:cNvPr id="193" name="Chart 3">
            <a:extLst>
              <a:ext uri="{FF2B5EF4-FFF2-40B4-BE49-F238E27FC236}">
                <a16:creationId xmlns:a16="http://schemas.microsoft.com/office/drawing/2014/main" id="{9D68BD4D-04A9-4DD7-B764-0F8C71FCFA9E}"/>
              </a:ext>
            </a:extLst>
          </p:cNvPr>
          <p:cNvGraphicFramePr/>
          <p:nvPr>
            <p:custDataLst>
              <p:tags r:id="rId4"/>
            </p:custDataLst>
            <p:extLst>
              <p:ext uri="{D42A27DB-BD31-4B8C-83A1-F6EECF244321}">
                <p14:modId xmlns:p14="http://schemas.microsoft.com/office/powerpoint/2010/main" val="1618725454"/>
              </p:ext>
            </p:extLst>
          </p:nvPr>
        </p:nvGraphicFramePr>
        <p:xfrm>
          <a:off x="168275" y="2057400"/>
          <a:ext cx="4570413" cy="2439988"/>
        </p:xfrm>
        <a:graphic>
          <a:graphicData uri="http://schemas.openxmlformats.org/drawingml/2006/chart">
            <c:chart xmlns:c="http://schemas.openxmlformats.org/drawingml/2006/chart" xmlns:r="http://schemas.openxmlformats.org/officeDocument/2006/relationships" r:id="rId19"/>
          </a:graphicData>
        </a:graphic>
      </p:graphicFrame>
      <p:sp>
        <p:nvSpPr>
          <p:cNvPr id="63" name="텍스트 개체 틀 2">
            <a:extLst>
              <a:ext uri="{FF2B5EF4-FFF2-40B4-BE49-F238E27FC236}">
                <a16:creationId xmlns:a16="http://schemas.microsoft.com/office/drawing/2014/main" id="{37D26B85-E821-429F-ADEA-425B89F81716}"/>
              </a:ext>
            </a:extLst>
          </p:cNvPr>
          <p:cNvSpPr>
            <a:spLocks noGrp="1"/>
          </p:cNvSpPr>
          <p:nvPr>
            <p:custDataLst>
              <p:tags r:id="rId5"/>
            </p:custDataLst>
          </p:nvPr>
        </p:nvSpPr>
        <p:spPr bwMode="auto">
          <a:xfrm>
            <a:off x="3429000" y="44735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E492937-F08B-4C69-B9B7-7FB7477292C0}" type="datetime'''''''''''''''’2''''''''''''5'''''''''''''''''''">
              <a:rPr lang="ko-KR" altLang="en-US" sz="1400" smtClean="0"/>
              <a:pPr/>
              <a:t>’25</a:t>
            </a:fld>
            <a:endParaRPr lang="ko-KR" altLang="en-US" sz="1400" dirty="0"/>
          </a:p>
        </p:txBody>
      </p:sp>
      <p:sp>
        <p:nvSpPr>
          <p:cNvPr id="56" name="텍스트 개체 틀 2">
            <a:extLst>
              <a:ext uri="{FF2B5EF4-FFF2-40B4-BE49-F238E27FC236}">
                <a16:creationId xmlns:a16="http://schemas.microsoft.com/office/drawing/2014/main" id="{DFD47693-D4D7-4E72-B3F9-A1AF0CB9564C}"/>
              </a:ext>
            </a:extLst>
          </p:cNvPr>
          <p:cNvSpPr>
            <a:spLocks noGrp="1"/>
          </p:cNvSpPr>
          <p:nvPr>
            <p:custDataLst>
              <p:tags r:id="rId6"/>
            </p:custDataLst>
          </p:nvPr>
        </p:nvSpPr>
        <p:spPr bwMode="auto">
          <a:xfrm>
            <a:off x="125413" y="44735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B4A7DF9-C5C0-4753-9A8A-F375C2081231}" type="datetime'''''''’''''''22'''''''''''''''''''''''''''''">
              <a:rPr lang="ko-KR" altLang="en-US" sz="1400" smtClean="0"/>
              <a:pPr/>
              <a:t>’22</a:t>
            </a:fld>
            <a:endParaRPr lang="ko-KR" altLang="en-US" sz="1400" dirty="0"/>
          </a:p>
        </p:txBody>
      </p:sp>
      <p:sp>
        <p:nvSpPr>
          <p:cNvPr id="60" name="텍스트 개체 틀 2">
            <a:extLst>
              <a:ext uri="{FF2B5EF4-FFF2-40B4-BE49-F238E27FC236}">
                <a16:creationId xmlns:a16="http://schemas.microsoft.com/office/drawing/2014/main" id="{058509B8-2231-4846-97BC-F21F3A333CD3}"/>
              </a:ext>
            </a:extLst>
          </p:cNvPr>
          <p:cNvSpPr>
            <a:spLocks noGrp="1"/>
          </p:cNvSpPr>
          <p:nvPr>
            <p:custDataLst>
              <p:tags r:id="rId7"/>
            </p:custDataLst>
          </p:nvPr>
        </p:nvSpPr>
        <p:spPr bwMode="auto">
          <a:xfrm>
            <a:off x="2328863" y="44735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6968D62-2207-4C10-9F45-72864BCC4F76}" type="datetime'''’''''''''''''''''''''''''''2''''''''''''4'''''''''''">
              <a:rPr lang="ko-KR" altLang="en-US" sz="1400" smtClean="0"/>
              <a:pPr/>
              <a:t>’24</a:t>
            </a:fld>
            <a:endParaRPr lang="ko-KR" altLang="en-US" sz="1400" dirty="0"/>
          </a:p>
        </p:txBody>
      </p:sp>
      <p:sp>
        <p:nvSpPr>
          <p:cNvPr id="58" name="텍스트 개체 틀 2">
            <a:extLst>
              <a:ext uri="{FF2B5EF4-FFF2-40B4-BE49-F238E27FC236}">
                <a16:creationId xmlns:a16="http://schemas.microsoft.com/office/drawing/2014/main" id="{53A25494-254C-422D-9A40-5DBC9139230B}"/>
              </a:ext>
            </a:extLst>
          </p:cNvPr>
          <p:cNvSpPr>
            <a:spLocks noGrp="1"/>
          </p:cNvSpPr>
          <p:nvPr>
            <p:custDataLst>
              <p:tags r:id="rId8"/>
            </p:custDataLst>
          </p:nvPr>
        </p:nvSpPr>
        <p:spPr bwMode="auto">
          <a:xfrm>
            <a:off x="1227138" y="44735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DE410D-7B5A-4885-92DE-9275354E7EAF}" type="datetime'''''''’''''''''''''''''''''''''''2''''''''''3'''''">
              <a:rPr lang="ko-KR" altLang="en-US" sz="1400" smtClean="0"/>
              <a:pPr/>
              <a:t>’23</a:t>
            </a:fld>
            <a:endParaRPr lang="ko-KR" altLang="en-US" sz="1400" dirty="0"/>
          </a:p>
        </p:txBody>
      </p:sp>
      <p:sp>
        <p:nvSpPr>
          <p:cNvPr id="66" name="텍스트 개체 틀 2">
            <a:extLst>
              <a:ext uri="{FF2B5EF4-FFF2-40B4-BE49-F238E27FC236}">
                <a16:creationId xmlns:a16="http://schemas.microsoft.com/office/drawing/2014/main" id="{A8C930FE-4D0B-47AA-ACE1-C8D1276EBCEB}"/>
              </a:ext>
            </a:extLst>
          </p:cNvPr>
          <p:cNvSpPr>
            <a:spLocks noGrp="1"/>
          </p:cNvSpPr>
          <p:nvPr>
            <p:custDataLst>
              <p:tags r:id="rId9"/>
            </p:custDataLst>
          </p:nvPr>
        </p:nvSpPr>
        <p:spPr bwMode="auto">
          <a:xfrm>
            <a:off x="4530725" y="44735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1BB6CD-CA4E-48B3-9E03-7A633CFE25E7}" type="datetime'’''''''''2''''''''''''''''''''''''''''''''''''6'''''''''''''">
              <a:rPr lang="ko-KR" altLang="en-US" sz="1400" smtClean="0"/>
              <a:pPr/>
              <a:t>’26</a:t>
            </a:fld>
            <a:endParaRPr lang="ko-KR" altLang="en-US" sz="1400" dirty="0"/>
          </a:p>
        </p:txBody>
      </p:sp>
      <p:sp useBgFill="1">
        <p:nvSpPr>
          <p:cNvPr id="129" name="텍스트 개체 틀 2">
            <a:extLst>
              <a:ext uri="{FF2B5EF4-FFF2-40B4-BE49-F238E27FC236}">
                <a16:creationId xmlns:a16="http://schemas.microsoft.com/office/drawing/2014/main" id="{A14A72A9-C285-42BE-93EF-AFB35E7298A1}"/>
              </a:ext>
            </a:extLst>
          </p:cNvPr>
          <p:cNvSpPr>
            <a:spLocks noGrp="1"/>
          </p:cNvSpPr>
          <p:nvPr>
            <p:custDataLst>
              <p:tags r:id="rId10"/>
            </p:custDataLst>
          </p:nvPr>
        </p:nvSpPr>
        <p:spPr bwMode="gray">
          <a:xfrm>
            <a:off x="295275" y="2525713"/>
            <a:ext cx="493713"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255CF6E-2EED-4F4D-B037-FB632CB01A08}" type="datetime'''''''''''''''''''2''''''''''''''''2''''''''''7.7'''''''''''">
              <a:rPr lang="ko-KR" altLang="en-US" sz="1400" smtClean="0"/>
              <a:pPr marL="0" indent="0" algn="ctr">
                <a:spcBef>
                  <a:spcPct val="0"/>
                </a:spcBef>
                <a:spcAft>
                  <a:spcPct val="0"/>
                </a:spcAft>
                <a:buNone/>
              </a:pPr>
              <a:t>227.7</a:t>
            </a:fld>
            <a:endParaRPr lang="ko-KR" altLang="en-US" sz="1400" dirty="0"/>
          </a:p>
        </p:txBody>
      </p:sp>
      <p:sp useBgFill="1">
        <p:nvSpPr>
          <p:cNvPr id="178" name="텍스트 개체 틀 2">
            <a:extLst>
              <a:ext uri="{FF2B5EF4-FFF2-40B4-BE49-F238E27FC236}">
                <a16:creationId xmlns:a16="http://schemas.microsoft.com/office/drawing/2014/main" id="{D2456A38-E94D-4A63-8E49-4EE9B871EAB4}"/>
              </a:ext>
            </a:extLst>
          </p:cNvPr>
          <p:cNvSpPr>
            <a:spLocks noGrp="1"/>
          </p:cNvSpPr>
          <p:nvPr>
            <p:custDataLst>
              <p:tags r:id="rId11"/>
            </p:custDataLst>
          </p:nvPr>
        </p:nvSpPr>
        <p:spPr bwMode="gray">
          <a:xfrm>
            <a:off x="4265613" y="2555875"/>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1AD0B08-C4B5-4354-A17C-512B91BDD277}" type="datetime'2''''''''''2''''''''''''''''''''4'''''''''''''">
              <a:rPr lang="ko-KR" altLang="en-US" sz="1400" smtClean="0"/>
              <a:pPr marL="0" indent="0" algn="ctr">
                <a:spcBef>
                  <a:spcPct val="0"/>
                </a:spcBef>
                <a:spcAft>
                  <a:spcPct val="0"/>
                </a:spcAft>
                <a:buNone/>
              </a:pPr>
              <a:t>224</a:t>
            </a:fld>
            <a:endParaRPr lang="ko-KR" altLang="en-US" sz="1400" dirty="0"/>
          </a:p>
        </p:txBody>
      </p:sp>
      <p:cxnSp>
        <p:nvCxnSpPr>
          <p:cNvPr id="26" name="직선 연결선 25">
            <a:extLst>
              <a:ext uri="{FF2B5EF4-FFF2-40B4-BE49-F238E27FC236}">
                <a16:creationId xmlns:a16="http://schemas.microsoft.com/office/drawing/2014/main" id="{B86D7F38-AA17-407A-B5C6-0F4FE0113838}"/>
              </a:ext>
            </a:extLst>
          </p:cNvPr>
          <p:cNvCxnSpPr/>
          <p:nvPr>
            <p:custDataLst>
              <p:tags r:id="rId12"/>
            </p:custDataLst>
          </p:nvPr>
        </p:nvCxnSpPr>
        <p:spPr bwMode="gray">
          <a:xfrm>
            <a:off x="341313" y="1954213"/>
            <a:ext cx="212725" cy="0"/>
          </a:xfrm>
          <a:prstGeom prst="line">
            <a:avLst/>
          </a:prstGeom>
          <a:ln w="38100" cap="rnd" cmpd="sng" algn="ctr">
            <a:solidFill>
              <a:srgbClr val="FFC000"/>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87D577AB-C627-47B1-93A2-3CB45A3D985A}"/>
              </a:ext>
            </a:extLst>
          </p:cNvPr>
          <p:cNvCxnSpPr/>
          <p:nvPr>
            <p:custDataLst>
              <p:tags r:id="rId13"/>
            </p:custDataLst>
          </p:nvPr>
        </p:nvCxnSpPr>
        <p:spPr bwMode="gray">
          <a:xfrm>
            <a:off x="1090613" y="1954213"/>
            <a:ext cx="231775"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8" name="텍스트 개체 틀 2">
            <a:extLst>
              <a:ext uri="{FF2B5EF4-FFF2-40B4-BE49-F238E27FC236}">
                <a16:creationId xmlns:a16="http://schemas.microsoft.com/office/drawing/2014/main" id="{0124374F-B677-4109-9EDC-588F46A1C0D6}"/>
              </a:ext>
            </a:extLst>
          </p:cNvPr>
          <p:cNvSpPr>
            <a:spLocks noGrp="1"/>
          </p:cNvSpPr>
          <p:nvPr>
            <p:custDataLst>
              <p:tags r:id="rId14"/>
            </p:custDataLst>
          </p:nvPr>
        </p:nvSpPr>
        <p:spPr bwMode="auto">
          <a:xfrm>
            <a:off x="623888" y="1855788"/>
            <a:ext cx="35560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spcAft>
                <a:spcPct val="0"/>
              </a:spcAft>
              <a:buNone/>
            </a:pPr>
            <a:fld id="{8447C0CA-197E-4D10-B021-A6A4E0784D0E}" type="datetime'''''''''''''''''당''''사'''''''''''''''''''''''">
              <a:rPr lang="ko-KR" altLang="en-US" sz="1400" smtClean="0"/>
              <a:pPr/>
              <a:t>당사</a:t>
            </a:fld>
            <a:endParaRPr lang="ko-KR" altLang="en-US" sz="1400" dirty="0"/>
          </a:p>
        </p:txBody>
      </p:sp>
      <p:sp>
        <p:nvSpPr>
          <p:cNvPr id="49" name="텍스트 개체 틀 2">
            <a:extLst>
              <a:ext uri="{FF2B5EF4-FFF2-40B4-BE49-F238E27FC236}">
                <a16:creationId xmlns:a16="http://schemas.microsoft.com/office/drawing/2014/main" id="{1B76D9CA-93A4-4250-B1BC-7751D364BC3F}"/>
              </a:ext>
            </a:extLst>
          </p:cNvPr>
          <p:cNvSpPr>
            <a:spLocks noGrp="1"/>
          </p:cNvSpPr>
          <p:nvPr>
            <p:custDataLst>
              <p:tags r:id="rId15"/>
            </p:custDataLst>
          </p:nvPr>
        </p:nvSpPr>
        <p:spPr bwMode="auto">
          <a:xfrm>
            <a:off x="1382713" y="1855788"/>
            <a:ext cx="58261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spcAft>
                <a:spcPct val="0"/>
              </a:spcAft>
              <a:buNone/>
            </a:pPr>
            <a:fld id="{7417B9FC-15DC-4A0A-BE3F-8E784E48B4AD}" type="datetime'''''''''당''''사'' ''''''''''''''''''''''''''''''외'''''''">
              <a:rPr lang="ko-KR" altLang="en-US" sz="1400" smtClean="0"/>
              <a:pPr/>
              <a:t>당사 외</a:t>
            </a:fld>
            <a:endParaRPr lang="ko-KR" altLang="en-US" sz="1400" dirty="0"/>
          </a:p>
        </p:txBody>
      </p:sp>
      <p:sp>
        <p:nvSpPr>
          <p:cNvPr id="194" name="TextBox 193">
            <a:extLst>
              <a:ext uri="{FF2B5EF4-FFF2-40B4-BE49-F238E27FC236}">
                <a16:creationId xmlns:a16="http://schemas.microsoft.com/office/drawing/2014/main" id="{69500BA7-CA9F-40C1-86CB-AA7E8EF74C8D}"/>
              </a:ext>
            </a:extLst>
          </p:cNvPr>
          <p:cNvSpPr txBox="1"/>
          <p:nvPr/>
        </p:nvSpPr>
        <p:spPr>
          <a:xfrm>
            <a:off x="5443500" y="1855788"/>
            <a:ext cx="461665"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삼성</a:t>
            </a:r>
            <a:endParaRPr lang="en-US" altLang="ko-KR" sz="1200" b="1" dirty="0">
              <a:latin typeface="Arial" pitchFamily="34" charset="0"/>
              <a:cs typeface="Arial" pitchFamily="34" charset="0"/>
            </a:endParaRPr>
          </a:p>
        </p:txBody>
      </p:sp>
      <p:sp>
        <p:nvSpPr>
          <p:cNvPr id="195" name="TextBox 194">
            <a:extLst>
              <a:ext uri="{FF2B5EF4-FFF2-40B4-BE49-F238E27FC236}">
                <a16:creationId xmlns:a16="http://schemas.microsoft.com/office/drawing/2014/main" id="{4B31EF46-6464-47FB-BB3B-8E98E92BF0BB}"/>
              </a:ext>
            </a:extLst>
          </p:cNvPr>
          <p:cNvSpPr txBox="1"/>
          <p:nvPr/>
        </p:nvSpPr>
        <p:spPr>
          <a:xfrm>
            <a:off x="6346440" y="1855788"/>
            <a:ext cx="2244204"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a:t>
            </a:r>
            <a:r>
              <a:rPr lang="en-US" altLang="ko-KR" b="1" dirty="0">
                <a:latin typeface="Arial" pitchFamily="34" charset="0"/>
              </a:rPr>
              <a:t>-12.3% </a:t>
            </a:r>
            <a:r>
              <a:rPr lang="ko-KR" altLang="en-US" b="1" dirty="0">
                <a:latin typeface="Arial" pitchFamily="34" charset="0"/>
              </a:rPr>
              <a:t>감소</a:t>
            </a:r>
            <a:endParaRPr lang="en-US" altLang="ko-KR" sz="1200" b="1" dirty="0">
              <a:latin typeface="Arial" pitchFamily="34" charset="0"/>
              <a:cs typeface="Arial" pitchFamily="34" charset="0"/>
            </a:endParaRPr>
          </a:p>
        </p:txBody>
      </p:sp>
      <p:sp>
        <p:nvSpPr>
          <p:cNvPr id="196" name="TextBox 195">
            <a:extLst>
              <a:ext uri="{FF2B5EF4-FFF2-40B4-BE49-F238E27FC236}">
                <a16:creationId xmlns:a16="http://schemas.microsoft.com/office/drawing/2014/main" id="{2E7BA482-D209-4E2B-86FD-B288278A9782}"/>
              </a:ext>
            </a:extLst>
          </p:cNvPr>
          <p:cNvSpPr txBox="1"/>
          <p:nvPr/>
        </p:nvSpPr>
        <p:spPr>
          <a:xfrm>
            <a:off x="5443500" y="2430823"/>
            <a:ext cx="461665" cy="276999"/>
          </a:xfrm>
          <a:prstGeom prst="rect">
            <a:avLst/>
          </a:prstGeom>
          <a:noFill/>
        </p:spPr>
        <p:txBody>
          <a:bodyPr wrap="none" lIns="0" tIns="0" rIns="0" bIns="0" rtlCol="0">
            <a:spAutoFit/>
          </a:bodyPr>
          <a:lstStyle/>
          <a:p>
            <a:pPr eaLnBrk="0" latinLnBrk="0" hangingPunct="0"/>
            <a:r>
              <a:rPr lang="en-US" altLang="ko-KR" b="1" dirty="0">
                <a:latin typeface="Arial" pitchFamily="34" charset="0"/>
              </a:rPr>
              <a:t>D  B</a:t>
            </a:r>
            <a:endParaRPr lang="en-US" altLang="ko-KR" sz="1200" b="1" dirty="0">
              <a:latin typeface="Arial" pitchFamily="34" charset="0"/>
              <a:cs typeface="Arial" pitchFamily="34" charset="0"/>
            </a:endParaRPr>
          </a:p>
        </p:txBody>
      </p:sp>
      <p:sp>
        <p:nvSpPr>
          <p:cNvPr id="197" name="TextBox 196">
            <a:extLst>
              <a:ext uri="{FF2B5EF4-FFF2-40B4-BE49-F238E27FC236}">
                <a16:creationId xmlns:a16="http://schemas.microsoft.com/office/drawing/2014/main" id="{F8C8501A-EA20-4803-A3F1-4BF6A783E9EC}"/>
              </a:ext>
            </a:extLst>
          </p:cNvPr>
          <p:cNvSpPr txBox="1"/>
          <p:nvPr/>
        </p:nvSpPr>
        <p:spPr>
          <a:xfrm>
            <a:off x="6346440" y="2430823"/>
            <a:ext cx="2244204"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a:t>
            </a:r>
            <a:r>
              <a:rPr lang="en-US" altLang="ko-KR" b="1" dirty="0">
                <a:latin typeface="Arial" pitchFamily="34" charset="0"/>
              </a:rPr>
              <a:t>-13.3% </a:t>
            </a:r>
            <a:r>
              <a:rPr lang="ko-KR" altLang="en-US" b="1" dirty="0">
                <a:latin typeface="Arial" pitchFamily="34" charset="0"/>
              </a:rPr>
              <a:t>감소</a:t>
            </a:r>
            <a:endParaRPr lang="en-US" altLang="ko-KR" sz="1200" b="1" dirty="0">
              <a:latin typeface="Arial" pitchFamily="34" charset="0"/>
              <a:cs typeface="Arial" pitchFamily="34" charset="0"/>
            </a:endParaRPr>
          </a:p>
        </p:txBody>
      </p:sp>
      <p:sp>
        <p:nvSpPr>
          <p:cNvPr id="198" name="TextBox 197">
            <a:extLst>
              <a:ext uri="{FF2B5EF4-FFF2-40B4-BE49-F238E27FC236}">
                <a16:creationId xmlns:a16="http://schemas.microsoft.com/office/drawing/2014/main" id="{5EC206E3-E3CD-424C-82F0-2057D39D398D}"/>
              </a:ext>
            </a:extLst>
          </p:cNvPr>
          <p:cNvSpPr txBox="1"/>
          <p:nvPr/>
        </p:nvSpPr>
        <p:spPr>
          <a:xfrm>
            <a:off x="5443500" y="3005858"/>
            <a:ext cx="461665"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현대</a:t>
            </a:r>
            <a:endParaRPr lang="en-US" altLang="ko-KR" sz="1200" b="1" dirty="0">
              <a:latin typeface="Arial" pitchFamily="34" charset="0"/>
              <a:cs typeface="Arial" pitchFamily="34" charset="0"/>
            </a:endParaRPr>
          </a:p>
        </p:txBody>
      </p:sp>
      <p:sp>
        <p:nvSpPr>
          <p:cNvPr id="199" name="TextBox 198">
            <a:extLst>
              <a:ext uri="{FF2B5EF4-FFF2-40B4-BE49-F238E27FC236}">
                <a16:creationId xmlns:a16="http://schemas.microsoft.com/office/drawing/2014/main" id="{B23FEC70-D7F8-44B0-8967-4C0A2FD3DFDD}"/>
              </a:ext>
            </a:extLst>
          </p:cNvPr>
          <p:cNvSpPr txBox="1"/>
          <p:nvPr/>
        </p:nvSpPr>
        <p:spPr>
          <a:xfrm>
            <a:off x="6346440" y="3005858"/>
            <a:ext cx="2244204"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a:t>
            </a:r>
            <a:r>
              <a:rPr lang="en-US" altLang="ko-KR" b="1" dirty="0">
                <a:latin typeface="Arial" pitchFamily="34" charset="0"/>
              </a:rPr>
              <a:t>-21.0% </a:t>
            </a:r>
            <a:r>
              <a:rPr lang="ko-KR" altLang="en-US" b="1" dirty="0">
                <a:latin typeface="Arial" pitchFamily="34" charset="0"/>
              </a:rPr>
              <a:t>감소</a:t>
            </a:r>
            <a:endParaRPr lang="en-US" altLang="ko-KR" sz="1200" b="1" dirty="0">
              <a:latin typeface="Arial" pitchFamily="34" charset="0"/>
              <a:cs typeface="Arial" pitchFamily="34" charset="0"/>
            </a:endParaRPr>
          </a:p>
        </p:txBody>
      </p:sp>
      <p:sp>
        <p:nvSpPr>
          <p:cNvPr id="200" name="TextBox 199">
            <a:extLst>
              <a:ext uri="{FF2B5EF4-FFF2-40B4-BE49-F238E27FC236}">
                <a16:creationId xmlns:a16="http://schemas.microsoft.com/office/drawing/2014/main" id="{21FC53A3-9058-4501-B25C-AF25083D4BEA}"/>
              </a:ext>
            </a:extLst>
          </p:cNvPr>
          <p:cNvSpPr txBox="1"/>
          <p:nvPr/>
        </p:nvSpPr>
        <p:spPr>
          <a:xfrm>
            <a:off x="5443500" y="3580893"/>
            <a:ext cx="461665" cy="276999"/>
          </a:xfrm>
          <a:prstGeom prst="rect">
            <a:avLst/>
          </a:prstGeom>
          <a:noFill/>
        </p:spPr>
        <p:txBody>
          <a:bodyPr wrap="none" lIns="0" tIns="0" rIns="0" bIns="0" rtlCol="0">
            <a:spAutoFit/>
          </a:bodyPr>
          <a:lstStyle/>
          <a:p>
            <a:pPr eaLnBrk="0" latinLnBrk="0" hangingPunct="0"/>
            <a:r>
              <a:rPr lang="en-US" altLang="ko-KR" b="1" dirty="0">
                <a:latin typeface="Arial" pitchFamily="34" charset="0"/>
              </a:rPr>
              <a:t>K  B</a:t>
            </a:r>
            <a:endParaRPr lang="en-US" altLang="ko-KR" sz="1200" b="1" dirty="0">
              <a:latin typeface="Arial" pitchFamily="34" charset="0"/>
              <a:cs typeface="Arial" pitchFamily="34" charset="0"/>
            </a:endParaRPr>
          </a:p>
        </p:txBody>
      </p:sp>
      <p:sp>
        <p:nvSpPr>
          <p:cNvPr id="201" name="TextBox 200">
            <a:extLst>
              <a:ext uri="{FF2B5EF4-FFF2-40B4-BE49-F238E27FC236}">
                <a16:creationId xmlns:a16="http://schemas.microsoft.com/office/drawing/2014/main" id="{C45BADDF-DCE9-469F-A0E1-B4BE1573BE19}"/>
              </a:ext>
            </a:extLst>
          </p:cNvPr>
          <p:cNvSpPr txBox="1"/>
          <p:nvPr/>
        </p:nvSpPr>
        <p:spPr>
          <a:xfrm>
            <a:off x="6346440" y="3580893"/>
            <a:ext cx="2244204"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a:t>
            </a:r>
            <a:r>
              <a:rPr lang="en-US" altLang="ko-KR" b="1" dirty="0">
                <a:latin typeface="Arial" pitchFamily="34" charset="0"/>
              </a:rPr>
              <a:t>-16.8% </a:t>
            </a:r>
            <a:r>
              <a:rPr lang="ko-KR" altLang="en-US" b="1" dirty="0">
                <a:latin typeface="Arial" pitchFamily="34" charset="0"/>
              </a:rPr>
              <a:t>감소</a:t>
            </a:r>
            <a:endParaRPr lang="en-US" altLang="ko-KR" sz="1200" b="1" dirty="0">
              <a:latin typeface="Arial" pitchFamily="34" charset="0"/>
              <a:cs typeface="Arial" pitchFamily="34" charset="0"/>
            </a:endParaRPr>
          </a:p>
        </p:txBody>
      </p:sp>
      <p:sp>
        <p:nvSpPr>
          <p:cNvPr id="202" name="TextBox 201">
            <a:extLst>
              <a:ext uri="{FF2B5EF4-FFF2-40B4-BE49-F238E27FC236}">
                <a16:creationId xmlns:a16="http://schemas.microsoft.com/office/drawing/2014/main" id="{E8B96126-6720-43EA-9353-411D19B22A39}"/>
              </a:ext>
            </a:extLst>
          </p:cNvPr>
          <p:cNvSpPr txBox="1"/>
          <p:nvPr/>
        </p:nvSpPr>
        <p:spPr>
          <a:xfrm>
            <a:off x="5328084" y="4155927"/>
            <a:ext cx="692497" cy="276999"/>
          </a:xfrm>
          <a:prstGeom prst="rect">
            <a:avLst/>
          </a:prstGeom>
          <a:noFill/>
        </p:spPr>
        <p:txBody>
          <a:bodyPr wrap="none" lIns="0" tIns="0" rIns="0" bIns="0" rtlCol="0">
            <a:spAutoFit/>
          </a:bodyPr>
          <a:lstStyle/>
          <a:p>
            <a:pPr eaLnBrk="0" latinLnBrk="0" hangingPunct="0"/>
            <a:r>
              <a:rPr lang="ko-KR" altLang="en-US" b="1" dirty="0" err="1">
                <a:solidFill>
                  <a:srgbClr val="FFC000"/>
                </a:solidFill>
                <a:latin typeface="Arial" pitchFamily="34" charset="0"/>
              </a:rPr>
              <a:t>메리츠</a:t>
            </a:r>
            <a:endParaRPr lang="en-US" altLang="ko-KR" sz="1200" b="1" dirty="0">
              <a:solidFill>
                <a:srgbClr val="FFC000"/>
              </a:solidFill>
              <a:latin typeface="Arial" pitchFamily="34" charset="0"/>
              <a:cs typeface="Arial" pitchFamily="34" charset="0"/>
            </a:endParaRPr>
          </a:p>
        </p:txBody>
      </p:sp>
      <p:sp>
        <p:nvSpPr>
          <p:cNvPr id="203" name="TextBox 202">
            <a:extLst>
              <a:ext uri="{FF2B5EF4-FFF2-40B4-BE49-F238E27FC236}">
                <a16:creationId xmlns:a16="http://schemas.microsoft.com/office/drawing/2014/main" id="{F6215CB7-4E37-4CC5-8D30-2FB639A0DFAE}"/>
              </a:ext>
            </a:extLst>
          </p:cNvPr>
          <p:cNvSpPr txBox="1"/>
          <p:nvPr/>
        </p:nvSpPr>
        <p:spPr>
          <a:xfrm>
            <a:off x="6381706" y="4155927"/>
            <a:ext cx="2173672" cy="276999"/>
          </a:xfrm>
          <a:prstGeom prst="rect">
            <a:avLst/>
          </a:prstGeom>
          <a:noFill/>
        </p:spPr>
        <p:txBody>
          <a:bodyPr wrap="none" lIns="0" tIns="0" rIns="0" bIns="0" rtlCol="0">
            <a:spAutoFit/>
          </a:bodyPr>
          <a:lstStyle/>
          <a:p>
            <a:pPr eaLnBrk="0" latinLnBrk="0" hangingPunct="0"/>
            <a:r>
              <a:rPr lang="ko-KR" altLang="en-US" b="1" dirty="0">
                <a:solidFill>
                  <a:srgbClr val="FFC000"/>
                </a:solidFill>
                <a:latin typeface="Arial" pitchFamily="34" charset="0"/>
              </a:rPr>
              <a:t>전년대비 </a:t>
            </a:r>
            <a:r>
              <a:rPr lang="en-US" altLang="ko-KR" b="1" dirty="0">
                <a:solidFill>
                  <a:srgbClr val="FFC000"/>
                </a:solidFill>
                <a:latin typeface="Arial" pitchFamily="34" charset="0"/>
              </a:rPr>
              <a:t>+4.6% </a:t>
            </a:r>
            <a:r>
              <a:rPr lang="ko-KR" altLang="en-US" b="1" dirty="0">
                <a:solidFill>
                  <a:srgbClr val="FFC000"/>
                </a:solidFill>
                <a:latin typeface="Arial" pitchFamily="34" charset="0"/>
              </a:rPr>
              <a:t>증가</a:t>
            </a:r>
            <a:endParaRPr lang="en-US" altLang="ko-KR" sz="1200" b="1" dirty="0">
              <a:solidFill>
                <a:srgbClr val="FFC000"/>
              </a:solidFill>
              <a:latin typeface="Arial" pitchFamily="34" charset="0"/>
              <a:cs typeface="Arial" pitchFamily="34" charset="0"/>
            </a:endParaRPr>
          </a:p>
        </p:txBody>
      </p:sp>
    </p:spTree>
    <p:extLst>
      <p:ext uri="{BB962C8B-B14F-4D97-AF65-F5344CB8AC3E}">
        <p14:creationId xmlns:p14="http://schemas.microsoft.com/office/powerpoint/2010/main" val="2516041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2157638526"/>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560973" name="think-cell Slide" r:id="rId40" imgW="270" imgH="270" progId="TCLayout.ActiveDocument.1">
                  <p:embed/>
                </p:oleObj>
              </mc:Choice>
              <mc:Fallback>
                <p:oleObj name="think-cell Slide" r:id="rId40" imgW="270" imgH="270" progId="TCLayout.ActiveDocument.1">
                  <p:embed/>
                  <p:pic>
                    <p:nvPicPr>
                      <p:cNvPr id="17" name="개체 16" hidden="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vert="horz"/>
          <a:lstStyle/>
          <a:p>
            <a:r>
              <a:rPr lang="ko-KR" altLang="en-US" dirty="0"/>
              <a:t>기존 매출 전년 수준 방어</a:t>
            </a:r>
          </a:p>
        </p:txBody>
      </p:sp>
      <p:graphicFrame>
        <p:nvGraphicFramePr>
          <p:cNvPr id="190" name="Chart 3">
            <a:extLst>
              <a:ext uri="{FF2B5EF4-FFF2-40B4-BE49-F238E27FC236}">
                <a16:creationId xmlns:a16="http://schemas.microsoft.com/office/drawing/2014/main" id="{316037A2-DE16-4763-9F32-20869B2946CA}"/>
              </a:ext>
            </a:extLst>
          </p:cNvPr>
          <p:cNvGraphicFramePr/>
          <p:nvPr>
            <p:custDataLst>
              <p:tags r:id="rId4"/>
            </p:custDataLst>
            <p:extLst>
              <p:ext uri="{D42A27DB-BD31-4B8C-83A1-F6EECF244321}">
                <p14:modId xmlns:p14="http://schemas.microsoft.com/office/powerpoint/2010/main" val="1486230914"/>
              </p:ext>
            </p:extLst>
          </p:nvPr>
        </p:nvGraphicFramePr>
        <p:xfrm>
          <a:off x="-234950" y="2344738"/>
          <a:ext cx="2460625" cy="2470150"/>
        </p:xfrm>
        <a:graphic>
          <a:graphicData uri="http://schemas.openxmlformats.org/drawingml/2006/chart">
            <c:chart xmlns:c="http://schemas.openxmlformats.org/drawingml/2006/chart" xmlns:r="http://schemas.openxmlformats.org/officeDocument/2006/relationships" r:id="rId42"/>
          </a:graphicData>
        </a:graphic>
      </p:graphicFrame>
      <p:cxnSp>
        <p:nvCxnSpPr>
          <p:cNvPr id="9" name="직선 연결선 8">
            <a:extLst>
              <a:ext uri="{FF2B5EF4-FFF2-40B4-BE49-F238E27FC236}">
                <a16:creationId xmlns:a16="http://schemas.microsoft.com/office/drawing/2014/main" id="{A388F4C8-CF47-480A-8A8A-18D938E762AE}"/>
              </a:ext>
            </a:extLst>
          </p:cNvPr>
          <p:cNvCxnSpPr/>
          <p:nvPr>
            <p:custDataLst>
              <p:tags r:id="rId5"/>
            </p:custDataLst>
          </p:nvPr>
        </p:nvCxnSpPr>
        <p:spPr bwMode="auto">
          <a:xfrm>
            <a:off x="623888" y="2755900"/>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직선 연결선 9">
            <a:extLst>
              <a:ext uri="{FF2B5EF4-FFF2-40B4-BE49-F238E27FC236}">
                <a16:creationId xmlns:a16="http://schemas.microsoft.com/office/drawing/2014/main" id="{4FED61E9-370E-400D-87B4-F0C8C6485B34}"/>
              </a:ext>
            </a:extLst>
          </p:cNvPr>
          <p:cNvCxnSpPr/>
          <p:nvPr>
            <p:custDataLst>
              <p:tags r:id="rId6"/>
            </p:custDataLst>
          </p:nvPr>
        </p:nvCxnSpPr>
        <p:spPr bwMode="auto">
          <a:xfrm>
            <a:off x="1368425" y="2755900"/>
            <a:ext cx="0" cy="55245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8" name="직선 연결선 7">
            <a:extLst>
              <a:ext uri="{FF2B5EF4-FFF2-40B4-BE49-F238E27FC236}">
                <a16:creationId xmlns:a16="http://schemas.microsoft.com/office/drawing/2014/main" id="{FE89334D-85F9-471B-8A80-E4234D2C6189}"/>
              </a:ext>
            </a:extLst>
          </p:cNvPr>
          <p:cNvCxnSpPr/>
          <p:nvPr>
            <p:custDataLst>
              <p:tags r:id="rId7"/>
            </p:custDataLst>
          </p:nvPr>
        </p:nvCxnSpPr>
        <p:spPr bwMode="auto">
          <a:xfrm flipV="1">
            <a:off x="623888" y="2755900"/>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2" name="텍스트 개체 틀 2">
            <a:extLst>
              <a:ext uri="{FF2B5EF4-FFF2-40B4-BE49-F238E27FC236}">
                <a16:creationId xmlns:a16="http://schemas.microsoft.com/office/drawing/2014/main" id="{9A995AFA-DB2D-42A7-8FFE-D04185956756}"/>
              </a:ext>
            </a:extLst>
          </p:cNvPr>
          <p:cNvSpPr>
            <a:spLocks noGrp="1"/>
          </p:cNvSpPr>
          <p:nvPr>
            <p:custDataLst>
              <p:tags r:id="rId8"/>
            </p:custDataLst>
          </p:nvPr>
        </p:nvSpPr>
        <p:spPr bwMode="auto">
          <a:xfrm>
            <a:off x="49847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91AEA59-DE00-44E4-8402-C1D3C8FA6FA6}" type="datetime'''''''''''''''’''''''''''2''''''''''''5'''''''''''''''">
              <a:rPr lang="ko-KR" altLang="en-US" sz="1400" smtClean="0"/>
              <a:pPr/>
              <a:t>’25</a:t>
            </a:fld>
            <a:endParaRPr lang="ko-KR" altLang="en-US" sz="1400" dirty="0"/>
          </a:p>
        </p:txBody>
      </p:sp>
      <p:sp>
        <p:nvSpPr>
          <p:cNvPr id="53" name="텍스트 개체 틀 2">
            <a:extLst>
              <a:ext uri="{FF2B5EF4-FFF2-40B4-BE49-F238E27FC236}">
                <a16:creationId xmlns:a16="http://schemas.microsoft.com/office/drawing/2014/main" id="{EF171818-D0E6-4FAE-80ED-748D83A751C2}"/>
              </a:ext>
            </a:extLst>
          </p:cNvPr>
          <p:cNvSpPr>
            <a:spLocks noGrp="1"/>
          </p:cNvSpPr>
          <p:nvPr>
            <p:custDataLst>
              <p:tags r:id="rId9"/>
            </p:custDataLst>
          </p:nvPr>
        </p:nvSpPr>
        <p:spPr bwMode="auto">
          <a:xfrm>
            <a:off x="123983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1287DD1-4DED-404D-A926-D46A77D27C65}" type="datetime'''’2''''''''''''''''''''''''''''''''''''6'''''''''''''''">
              <a:rPr lang="ko-KR" altLang="en-US" sz="1400" b="1" smtClean="0"/>
              <a:pPr/>
              <a:t>’26</a:t>
            </a:fld>
            <a:endParaRPr lang="ko-KR" altLang="en-US" sz="1400" b="1" dirty="0"/>
          </a:p>
        </p:txBody>
      </p:sp>
      <p:sp>
        <p:nvSpPr>
          <p:cNvPr id="11" name="텍스트 개체 틀 2">
            <a:extLst>
              <a:ext uri="{FF2B5EF4-FFF2-40B4-BE49-F238E27FC236}">
                <a16:creationId xmlns:a16="http://schemas.microsoft.com/office/drawing/2014/main" id="{2A4E6769-DC73-4868-B6BC-D5F8C39A5B64}"/>
              </a:ext>
            </a:extLst>
          </p:cNvPr>
          <p:cNvSpPr>
            <a:spLocks noGrp="1"/>
          </p:cNvSpPr>
          <p:nvPr>
            <p:custDataLst>
              <p:tags r:id="rId10"/>
            </p:custDataLst>
          </p:nvPr>
        </p:nvSpPr>
        <p:spPr bwMode="auto">
          <a:xfrm>
            <a:off x="598488" y="2605088"/>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A37B518-FF0C-4195-BA3E-3C7C3392094A}" type="datetime'''''''''''-''''2''''''''2.''''''''''''''''''''''''1''%'''''''">
              <a:rPr lang="en-US" altLang="en-US" sz="1400" b="1" smtClean="0">
                <a:solidFill>
                  <a:schemeClr val="bg1"/>
                </a:solidFill>
              </a:rPr>
              <a:pPr/>
              <a:t>-22.1%</a:t>
            </a:fld>
            <a:endParaRPr lang="ko-KR" altLang="en-US" sz="1400" b="1" dirty="0">
              <a:solidFill>
                <a:schemeClr val="bg1"/>
              </a:solidFill>
            </a:endParaRPr>
          </a:p>
        </p:txBody>
      </p:sp>
      <p:sp>
        <p:nvSpPr>
          <p:cNvPr id="12" name="TextBox 11">
            <a:extLst>
              <a:ext uri="{FF2B5EF4-FFF2-40B4-BE49-F238E27FC236}">
                <a16:creationId xmlns:a16="http://schemas.microsoft.com/office/drawing/2014/main" id="{9448F66E-1997-4FB7-8694-1090F259E9C6}"/>
              </a:ext>
            </a:extLst>
          </p:cNvPr>
          <p:cNvSpPr txBox="1"/>
          <p:nvPr/>
        </p:nvSpPr>
        <p:spPr>
          <a:xfrm>
            <a:off x="764529" y="1887674"/>
            <a:ext cx="461665" cy="276999"/>
          </a:xfrm>
          <a:prstGeom prst="rect">
            <a:avLst/>
          </a:prstGeom>
          <a:noFill/>
        </p:spPr>
        <p:txBody>
          <a:bodyPr wrap="none" lIns="0" tIns="0" rIns="0" bIns="0" rtlCol="0">
            <a:spAutoFit/>
          </a:bodyPr>
          <a:lstStyle/>
          <a:p>
            <a:pPr eaLnBrk="0" latinLnBrk="0" hangingPunct="0"/>
            <a:r>
              <a:rPr lang="ko-KR" altLang="en-US" b="1" u="sng" dirty="0">
                <a:latin typeface="Arial" pitchFamily="34" charset="0"/>
              </a:rPr>
              <a:t>삼성</a:t>
            </a:r>
            <a:endParaRPr lang="en-US" altLang="ko-KR" sz="1200" b="1" u="sng" dirty="0">
              <a:latin typeface="Arial" pitchFamily="34" charset="0"/>
              <a:cs typeface="Arial" pitchFamily="34" charset="0"/>
            </a:endParaRPr>
          </a:p>
        </p:txBody>
      </p:sp>
      <p:sp>
        <p:nvSpPr>
          <p:cNvPr id="13" name="TextBox 12">
            <a:extLst>
              <a:ext uri="{FF2B5EF4-FFF2-40B4-BE49-F238E27FC236}">
                <a16:creationId xmlns:a16="http://schemas.microsoft.com/office/drawing/2014/main" id="{10194DBD-40EB-4231-8BAB-5BE53F90AB63}"/>
              </a:ext>
            </a:extLst>
          </p:cNvPr>
          <p:cNvSpPr txBox="1"/>
          <p:nvPr/>
        </p:nvSpPr>
        <p:spPr>
          <a:xfrm>
            <a:off x="4364979" y="1887674"/>
            <a:ext cx="461665" cy="276999"/>
          </a:xfrm>
          <a:prstGeom prst="rect">
            <a:avLst/>
          </a:prstGeom>
          <a:noFill/>
        </p:spPr>
        <p:txBody>
          <a:bodyPr wrap="none" lIns="0" tIns="0" rIns="0" bIns="0" rtlCol="0">
            <a:spAutoFit/>
          </a:bodyPr>
          <a:lstStyle/>
          <a:p>
            <a:pPr eaLnBrk="0" latinLnBrk="0" hangingPunct="0"/>
            <a:r>
              <a:rPr lang="ko-KR" altLang="en-US" b="1" u="sng" dirty="0">
                <a:latin typeface="Arial" pitchFamily="34" charset="0"/>
              </a:rPr>
              <a:t>현대</a:t>
            </a:r>
            <a:endParaRPr lang="en-US" altLang="ko-KR" sz="1200" b="1" u="sng" dirty="0">
              <a:latin typeface="Arial" pitchFamily="34" charset="0"/>
              <a:cs typeface="Arial" pitchFamily="34" charset="0"/>
            </a:endParaRPr>
          </a:p>
        </p:txBody>
      </p:sp>
      <p:sp>
        <p:nvSpPr>
          <p:cNvPr id="14" name="TextBox 13">
            <a:extLst>
              <a:ext uri="{FF2B5EF4-FFF2-40B4-BE49-F238E27FC236}">
                <a16:creationId xmlns:a16="http://schemas.microsoft.com/office/drawing/2014/main" id="{71C08C6C-554F-4217-A017-C2EF5B73D085}"/>
              </a:ext>
            </a:extLst>
          </p:cNvPr>
          <p:cNvSpPr txBox="1"/>
          <p:nvPr/>
        </p:nvSpPr>
        <p:spPr>
          <a:xfrm>
            <a:off x="6229324" y="1887674"/>
            <a:ext cx="333425" cy="276999"/>
          </a:xfrm>
          <a:prstGeom prst="rect">
            <a:avLst/>
          </a:prstGeom>
          <a:noFill/>
        </p:spPr>
        <p:txBody>
          <a:bodyPr wrap="none" lIns="0" tIns="0" rIns="0" bIns="0" rtlCol="0">
            <a:spAutoFit/>
          </a:bodyPr>
          <a:lstStyle/>
          <a:p>
            <a:pPr eaLnBrk="0" latinLnBrk="0" hangingPunct="0"/>
            <a:r>
              <a:rPr lang="en-US" altLang="ko-KR" b="1" u="sng" dirty="0">
                <a:latin typeface="Arial" pitchFamily="34" charset="0"/>
              </a:rPr>
              <a:t>KB</a:t>
            </a:r>
            <a:endParaRPr lang="en-US" altLang="ko-KR" sz="1200" b="1" u="sng" dirty="0">
              <a:latin typeface="Arial" pitchFamily="34" charset="0"/>
              <a:cs typeface="Arial" pitchFamily="34" charset="0"/>
            </a:endParaRPr>
          </a:p>
        </p:txBody>
      </p:sp>
      <p:sp>
        <p:nvSpPr>
          <p:cNvPr id="15" name="TextBox 14">
            <a:extLst>
              <a:ext uri="{FF2B5EF4-FFF2-40B4-BE49-F238E27FC236}">
                <a16:creationId xmlns:a16="http://schemas.microsoft.com/office/drawing/2014/main" id="{975E3D2F-D8C0-4673-B365-FD7623C1753D}"/>
              </a:ext>
            </a:extLst>
          </p:cNvPr>
          <p:cNvSpPr txBox="1"/>
          <p:nvPr/>
        </p:nvSpPr>
        <p:spPr>
          <a:xfrm>
            <a:off x="7819851" y="1887674"/>
            <a:ext cx="692497" cy="276999"/>
          </a:xfrm>
          <a:prstGeom prst="rect">
            <a:avLst/>
          </a:prstGeom>
          <a:noFill/>
        </p:spPr>
        <p:txBody>
          <a:bodyPr wrap="none" lIns="0" tIns="0" rIns="0" bIns="0" rtlCol="0">
            <a:spAutoFit/>
          </a:bodyPr>
          <a:lstStyle/>
          <a:p>
            <a:pPr eaLnBrk="0" latinLnBrk="0" hangingPunct="0"/>
            <a:r>
              <a:rPr lang="ko-KR" altLang="en-US" b="1" u="sng" dirty="0" err="1">
                <a:solidFill>
                  <a:srgbClr val="FFC000"/>
                </a:solidFill>
                <a:latin typeface="Arial" pitchFamily="34" charset="0"/>
              </a:rPr>
              <a:t>메리츠</a:t>
            </a:r>
            <a:endParaRPr lang="en-US" altLang="ko-KR" sz="1200" b="1" u="sng" dirty="0">
              <a:solidFill>
                <a:srgbClr val="FFC000"/>
              </a:solidFill>
              <a:latin typeface="Arial" pitchFamily="34" charset="0"/>
              <a:cs typeface="Arial" pitchFamily="34" charset="0"/>
            </a:endParaRPr>
          </a:p>
        </p:txBody>
      </p:sp>
      <p:sp>
        <p:nvSpPr>
          <p:cNvPr id="38" name="TextBox 37">
            <a:extLst>
              <a:ext uri="{FF2B5EF4-FFF2-40B4-BE49-F238E27FC236}">
                <a16:creationId xmlns:a16="http://schemas.microsoft.com/office/drawing/2014/main" id="{1842EFA4-8427-4497-B652-623C7D5E7B42}"/>
              </a:ext>
            </a:extLst>
          </p:cNvPr>
          <p:cNvSpPr txBox="1"/>
          <p:nvPr/>
        </p:nvSpPr>
        <p:spPr>
          <a:xfrm>
            <a:off x="2620937" y="1887674"/>
            <a:ext cx="333425" cy="276999"/>
          </a:xfrm>
          <a:prstGeom prst="rect">
            <a:avLst/>
          </a:prstGeom>
          <a:noFill/>
        </p:spPr>
        <p:txBody>
          <a:bodyPr wrap="none" lIns="0" tIns="0" rIns="0" bIns="0" rtlCol="0">
            <a:spAutoFit/>
          </a:bodyPr>
          <a:lstStyle/>
          <a:p>
            <a:pPr eaLnBrk="0" latinLnBrk="0" hangingPunct="0"/>
            <a:r>
              <a:rPr lang="en-US" altLang="ko-KR" b="1" u="sng" dirty="0">
                <a:latin typeface="Arial" pitchFamily="34" charset="0"/>
              </a:rPr>
              <a:t>DB</a:t>
            </a:r>
            <a:endParaRPr lang="en-US" altLang="ko-KR" sz="1200" b="1" u="sng" dirty="0">
              <a:latin typeface="Arial" pitchFamily="34" charset="0"/>
              <a:cs typeface="Arial" pitchFamily="34" charset="0"/>
            </a:endParaRPr>
          </a:p>
        </p:txBody>
      </p:sp>
      <p:sp>
        <p:nvSpPr>
          <p:cNvPr id="44" name="TextBox 43">
            <a:extLst>
              <a:ext uri="{FF2B5EF4-FFF2-40B4-BE49-F238E27FC236}">
                <a16:creationId xmlns:a16="http://schemas.microsoft.com/office/drawing/2014/main" id="{B8125A9D-18C9-4632-97EB-E51BA6B7DC92}"/>
              </a:ext>
            </a:extLst>
          </p:cNvPr>
          <p:cNvSpPr txBox="1"/>
          <p:nvPr/>
        </p:nvSpPr>
        <p:spPr>
          <a:xfrm>
            <a:off x="250825" y="1095586"/>
            <a:ext cx="1974900" cy="461665"/>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매출 증감</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억</a:t>
            </a:r>
            <a:r>
              <a:rPr lang="en-US" altLang="ko-KR" sz="1200" b="1" dirty="0">
                <a:latin typeface="Arial" pitchFamily="34" charset="0"/>
                <a:cs typeface="Arial" pitchFamily="34" charset="0"/>
              </a:rPr>
              <a:t>, %, 1~9</a:t>
            </a:r>
            <a:r>
              <a:rPr lang="ko-KR" altLang="en-US" sz="1200" b="1" dirty="0">
                <a:latin typeface="Arial" pitchFamily="34" charset="0"/>
                <a:cs typeface="Arial" pitchFamily="34" charset="0"/>
              </a:rPr>
              <a:t>월 평균</a:t>
            </a:r>
            <a:endParaRPr lang="en-US" altLang="ko-KR" sz="1200" b="1" dirty="0">
              <a:latin typeface="Arial" pitchFamily="34" charset="0"/>
              <a:cs typeface="Arial" pitchFamily="34" charset="0"/>
            </a:endParaRPr>
          </a:p>
        </p:txBody>
      </p:sp>
      <p:graphicFrame>
        <p:nvGraphicFramePr>
          <p:cNvPr id="200" name="Chart 3">
            <a:extLst>
              <a:ext uri="{FF2B5EF4-FFF2-40B4-BE49-F238E27FC236}">
                <a16:creationId xmlns:a16="http://schemas.microsoft.com/office/drawing/2014/main" id="{719374D1-4466-4ACC-ABBC-1075522E9B1F}"/>
              </a:ext>
            </a:extLst>
          </p:cNvPr>
          <p:cNvGraphicFramePr/>
          <p:nvPr>
            <p:custDataLst>
              <p:tags r:id="rId11"/>
            </p:custDataLst>
            <p:extLst>
              <p:ext uri="{D42A27DB-BD31-4B8C-83A1-F6EECF244321}">
                <p14:modId xmlns:p14="http://schemas.microsoft.com/office/powerpoint/2010/main" val="1512206812"/>
              </p:ext>
            </p:extLst>
          </p:nvPr>
        </p:nvGraphicFramePr>
        <p:xfrm>
          <a:off x="1565275" y="2344738"/>
          <a:ext cx="2460625" cy="2470150"/>
        </p:xfrm>
        <a:graphic>
          <a:graphicData uri="http://schemas.openxmlformats.org/drawingml/2006/chart">
            <c:chart xmlns:c="http://schemas.openxmlformats.org/drawingml/2006/chart" xmlns:r="http://schemas.openxmlformats.org/officeDocument/2006/relationships" r:id="rId43"/>
          </a:graphicData>
        </a:graphic>
      </p:graphicFrame>
      <p:cxnSp>
        <p:nvCxnSpPr>
          <p:cNvPr id="85" name="직선 연결선 84">
            <a:extLst>
              <a:ext uri="{FF2B5EF4-FFF2-40B4-BE49-F238E27FC236}">
                <a16:creationId xmlns:a16="http://schemas.microsoft.com/office/drawing/2014/main" id="{35A6B49E-965C-4AB4-80B0-9C4436BD94EC}"/>
              </a:ext>
            </a:extLst>
          </p:cNvPr>
          <p:cNvCxnSpPr/>
          <p:nvPr>
            <p:custDataLst>
              <p:tags r:id="rId12"/>
            </p:custDataLst>
          </p:nvPr>
        </p:nvCxnSpPr>
        <p:spPr bwMode="auto">
          <a:xfrm flipV="1">
            <a:off x="2424113" y="3063875"/>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직선 연결선 82">
            <a:extLst>
              <a:ext uri="{FF2B5EF4-FFF2-40B4-BE49-F238E27FC236}">
                <a16:creationId xmlns:a16="http://schemas.microsoft.com/office/drawing/2014/main" id="{0705B1E8-5619-4B34-A01F-C5BE019737E8}"/>
              </a:ext>
            </a:extLst>
          </p:cNvPr>
          <p:cNvCxnSpPr/>
          <p:nvPr>
            <p:custDataLst>
              <p:tags r:id="rId13"/>
            </p:custDataLst>
          </p:nvPr>
        </p:nvCxnSpPr>
        <p:spPr bwMode="auto">
          <a:xfrm>
            <a:off x="2424113" y="3063875"/>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직선 연결선 83">
            <a:extLst>
              <a:ext uri="{FF2B5EF4-FFF2-40B4-BE49-F238E27FC236}">
                <a16:creationId xmlns:a16="http://schemas.microsoft.com/office/drawing/2014/main" id="{43AE40A4-B17C-49D0-BA85-6962AF129241}"/>
              </a:ext>
            </a:extLst>
          </p:cNvPr>
          <p:cNvCxnSpPr/>
          <p:nvPr>
            <p:custDataLst>
              <p:tags r:id="rId14"/>
            </p:custDataLst>
          </p:nvPr>
        </p:nvCxnSpPr>
        <p:spPr bwMode="auto">
          <a:xfrm>
            <a:off x="3168650" y="3063875"/>
            <a:ext cx="0" cy="5318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87" name="텍스트 개체 틀 2">
            <a:extLst>
              <a:ext uri="{FF2B5EF4-FFF2-40B4-BE49-F238E27FC236}">
                <a16:creationId xmlns:a16="http://schemas.microsoft.com/office/drawing/2014/main" id="{87DB13DF-FFC1-463E-96B0-E47135B7DFA3}"/>
              </a:ext>
            </a:extLst>
          </p:cNvPr>
          <p:cNvSpPr>
            <a:spLocks noGrp="1"/>
          </p:cNvSpPr>
          <p:nvPr>
            <p:custDataLst>
              <p:tags r:id="rId15"/>
            </p:custDataLst>
          </p:nvPr>
        </p:nvSpPr>
        <p:spPr bwMode="auto">
          <a:xfrm>
            <a:off x="3040063"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E6571F5-9503-492A-B167-25B554AB9246}" type="datetime'’''''''''''''''''''''''''2''''''6'''''''">
              <a:rPr lang="ko-KR" altLang="en-US" sz="1400" b="1" smtClean="0"/>
              <a:pPr/>
              <a:t>’26</a:t>
            </a:fld>
            <a:endParaRPr lang="ko-KR" altLang="en-US" sz="1400" b="1" dirty="0"/>
          </a:p>
        </p:txBody>
      </p:sp>
      <p:sp>
        <p:nvSpPr>
          <p:cNvPr id="86" name="텍스트 개체 틀 2">
            <a:extLst>
              <a:ext uri="{FF2B5EF4-FFF2-40B4-BE49-F238E27FC236}">
                <a16:creationId xmlns:a16="http://schemas.microsoft.com/office/drawing/2014/main" id="{8C7971C0-E8D8-4374-BEC5-0A1A240DBBA1}"/>
              </a:ext>
            </a:extLst>
          </p:cNvPr>
          <p:cNvSpPr>
            <a:spLocks noGrp="1"/>
          </p:cNvSpPr>
          <p:nvPr>
            <p:custDataLst>
              <p:tags r:id="rId16"/>
            </p:custDataLst>
          </p:nvPr>
        </p:nvSpPr>
        <p:spPr bwMode="auto">
          <a:xfrm>
            <a:off x="2298700"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B51AC19-8004-4566-9490-F8EC60977CA6}" type="datetime'''''''''''''''''''''’''''''2''''''5'''''''''''''''''''''''''''">
              <a:rPr lang="ko-KR" altLang="en-US" sz="1400" smtClean="0"/>
              <a:pPr/>
              <a:t>’25</a:t>
            </a:fld>
            <a:endParaRPr lang="ko-KR" altLang="en-US" sz="1400" dirty="0"/>
          </a:p>
        </p:txBody>
      </p:sp>
      <p:sp>
        <p:nvSpPr>
          <p:cNvPr id="88" name="텍스트 개체 틀 2">
            <a:extLst>
              <a:ext uri="{FF2B5EF4-FFF2-40B4-BE49-F238E27FC236}">
                <a16:creationId xmlns:a16="http://schemas.microsoft.com/office/drawing/2014/main" id="{CD35BECF-E684-41E9-A75C-4E22209C65B8}"/>
              </a:ext>
            </a:extLst>
          </p:cNvPr>
          <p:cNvSpPr>
            <a:spLocks noGrp="1"/>
          </p:cNvSpPr>
          <p:nvPr>
            <p:custDataLst>
              <p:tags r:id="rId17"/>
            </p:custDataLst>
          </p:nvPr>
        </p:nvSpPr>
        <p:spPr bwMode="auto">
          <a:xfrm>
            <a:off x="2405063" y="2913063"/>
            <a:ext cx="7826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6CC705D-C868-4197-A91B-390903F2569E}" type="datetime'''''''''''''''-1''''''''''''''''''1''.''7''''''''%'''">
              <a:rPr lang="en-US" altLang="en-US" sz="1400" b="1" smtClean="0">
                <a:solidFill>
                  <a:schemeClr val="bg1"/>
                </a:solidFill>
              </a:rPr>
              <a:pPr/>
              <a:t>-11.7%</a:t>
            </a:fld>
            <a:endParaRPr lang="ko-KR" altLang="en-US" sz="1400" b="1" dirty="0">
              <a:solidFill>
                <a:schemeClr val="bg1"/>
              </a:solidFill>
            </a:endParaRPr>
          </a:p>
        </p:txBody>
      </p:sp>
      <p:graphicFrame>
        <p:nvGraphicFramePr>
          <p:cNvPr id="202" name="Chart 3">
            <a:extLst>
              <a:ext uri="{FF2B5EF4-FFF2-40B4-BE49-F238E27FC236}">
                <a16:creationId xmlns:a16="http://schemas.microsoft.com/office/drawing/2014/main" id="{4C2F1CD8-5CEA-48C8-A521-10A1473F1E1A}"/>
              </a:ext>
            </a:extLst>
          </p:cNvPr>
          <p:cNvGraphicFramePr/>
          <p:nvPr>
            <p:custDataLst>
              <p:tags r:id="rId18"/>
            </p:custDataLst>
            <p:extLst>
              <p:ext uri="{D42A27DB-BD31-4B8C-83A1-F6EECF244321}">
                <p14:modId xmlns:p14="http://schemas.microsoft.com/office/powerpoint/2010/main" val="3420683459"/>
              </p:ext>
            </p:extLst>
          </p:nvPr>
        </p:nvGraphicFramePr>
        <p:xfrm>
          <a:off x="3365500" y="2344738"/>
          <a:ext cx="2460625" cy="2470150"/>
        </p:xfrm>
        <a:graphic>
          <a:graphicData uri="http://schemas.openxmlformats.org/drawingml/2006/chart">
            <c:chart xmlns:c="http://schemas.openxmlformats.org/drawingml/2006/chart" xmlns:r="http://schemas.openxmlformats.org/officeDocument/2006/relationships" r:id="rId44"/>
          </a:graphicData>
        </a:graphic>
      </p:graphicFrame>
      <p:cxnSp>
        <p:nvCxnSpPr>
          <p:cNvPr id="94" name="직선 연결선 93">
            <a:extLst>
              <a:ext uri="{FF2B5EF4-FFF2-40B4-BE49-F238E27FC236}">
                <a16:creationId xmlns:a16="http://schemas.microsoft.com/office/drawing/2014/main" id="{9BD832A8-3B40-448B-BD87-1EA3E123C59C}"/>
              </a:ext>
            </a:extLst>
          </p:cNvPr>
          <p:cNvCxnSpPr/>
          <p:nvPr>
            <p:custDataLst>
              <p:tags r:id="rId19"/>
            </p:custDataLst>
          </p:nvPr>
        </p:nvCxnSpPr>
        <p:spPr bwMode="auto">
          <a:xfrm>
            <a:off x="4968875" y="3486150"/>
            <a:ext cx="0" cy="33655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96" name="직선 연결선 95">
            <a:extLst>
              <a:ext uri="{FF2B5EF4-FFF2-40B4-BE49-F238E27FC236}">
                <a16:creationId xmlns:a16="http://schemas.microsoft.com/office/drawing/2014/main" id="{7534C37A-A469-46E2-957D-ECC4041260BB}"/>
              </a:ext>
            </a:extLst>
          </p:cNvPr>
          <p:cNvCxnSpPr/>
          <p:nvPr>
            <p:custDataLst>
              <p:tags r:id="rId20"/>
            </p:custDataLst>
          </p:nvPr>
        </p:nvCxnSpPr>
        <p:spPr bwMode="auto">
          <a:xfrm>
            <a:off x="4224338" y="3486150"/>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5" name="직선 연결선 94">
            <a:extLst>
              <a:ext uri="{FF2B5EF4-FFF2-40B4-BE49-F238E27FC236}">
                <a16:creationId xmlns:a16="http://schemas.microsoft.com/office/drawing/2014/main" id="{06BFD6CE-D279-4109-B70A-EADF5BD6E26F}"/>
              </a:ext>
            </a:extLst>
          </p:cNvPr>
          <p:cNvCxnSpPr/>
          <p:nvPr>
            <p:custDataLst>
              <p:tags r:id="rId21"/>
            </p:custDataLst>
          </p:nvPr>
        </p:nvCxnSpPr>
        <p:spPr bwMode="auto">
          <a:xfrm flipV="1">
            <a:off x="4224338" y="3486150"/>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7" name="텍스트 개체 틀 2">
            <a:extLst>
              <a:ext uri="{FF2B5EF4-FFF2-40B4-BE49-F238E27FC236}">
                <a16:creationId xmlns:a16="http://schemas.microsoft.com/office/drawing/2014/main" id="{45B8BB9D-4189-4DDF-A8C0-6938187AF1DA}"/>
              </a:ext>
            </a:extLst>
          </p:cNvPr>
          <p:cNvSpPr>
            <a:spLocks noGrp="1"/>
          </p:cNvSpPr>
          <p:nvPr>
            <p:custDataLst>
              <p:tags r:id="rId22"/>
            </p:custDataLst>
          </p:nvPr>
        </p:nvSpPr>
        <p:spPr bwMode="auto">
          <a:xfrm>
            <a:off x="409892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A1CC235-BE75-4F07-B61E-E740540619C2}" type="datetime'''''''''''’''''''''''2''5'''''''''''''''''''''''''">
              <a:rPr lang="ko-KR" altLang="en-US" sz="1400" smtClean="0"/>
              <a:pPr/>
              <a:t>’25</a:t>
            </a:fld>
            <a:endParaRPr lang="ko-KR" altLang="en-US" sz="1400" dirty="0"/>
          </a:p>
        </p:txBody>
      </p:sp>
      <p:sp>
        <p:nvSpPr>
          <p:cNvPr id="98" name="텍스트 개체 틀 2">
            <a:extLst>
              <a:ext uri="{FF2B5EF4-FFF2-40B4-BE49-F238E27FC236}">
                <a16:creationId xmlns:a16="http://schemas.microsoft.com/office/drawing/2014/main" id="{A3C17E2C-6540-491B-9866-C27FDAB92F74}"/>
              </a:ext>
            </a:extLst>
          </p:cNvPr>
          <p:cNvSpPr>
            <a:spLocks noGrp="1"/>
          </p:cNvSpPr>
          <p:nvPr>
            <p:custDataLst>
              <p:tags r:id="rId23"/>
            </p:custDataLst>
          </p:nvPr>
        </p:nvSpPr>
        <p:spPr bwMode="auto">
          <a:xfrm>
            <a:off x="484028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5A1B682-CCF1-4C1D-BCBA-43779C93498C}" type="datetime'''''''''''''''''''''''''''''''''''''''’2''''''6'''''''''''">
              <a:rPr lang="ko-KR" altLang="en-US" sz="1400" b="1" smtClean="0"/>
              <a:pPr/>
              <a:t>’26</a:t>
            </a:fld>
            <a:endParaRPr lang="ko-KR" altLang="en-US" sz="1400" b="1" dirty="0"/>
          </a:p>
        </p:txBody>
      </p:sp>
      <p:sp>
        <p:nvSpPr>
          <p:cNvPr id="99" name="텍스트 개체 틀 2">
            <a:extLst>
              <a:ext uri="{FF2B5EF4-FFF2-40B4-BE49-F238E27FC236}">
                <a16:creationId xmlns:a16="http://schemas.microsoft.com/office/drawing/2014/main" id="{83678E87-0B16-4C9A-AA68-4AEF60CCBD72}"/>
              </a:ext>
            </a:extLst>
          </p:cNvPr>
          <p:cNvSpPr>
            <a:spLocks noGrp="1"/>
          </p:cNvSpPr>
          <p:nvPr>
            <p:custDataLst>
              <p:tags r:id="rId24"/>
            </p:custDataLst>
          </p:nvPr>
        </p:nvSpPr>
        <p:spPr bwMode="auto">
          <a:xfrm>
            <a:off x="4198938" y="3335338"/>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4668D39-D6B7-4D43-B943-E48319D5AC33}" type="datetime'''''''''''-''''''''''''1''''''''''4''.''''''7''''%'''''''''">
              <a:rPr lang="en-US" altLang="en-US" sz="1400" b="1" smtClean="0">
                <a:solidFill>
                  <a:schemeClr val="bg1"/>
                </a:solidFill>
              </a:rPr>
              <a:pPr/>
              <a:t>-14.7%</a:t>
            </a:fld>
            <a:endParaRPr lang="ko-KR" altLang="en-US" sz="1400" b="1" dirty="0">
              <a:solidFill>
                <a:schemeClr val="bg1"/>
              </a:solidFill>
            </a:endParaRPr>
          </a:p>
        </p:txBody>
      </p:sp>
      <p:graphicFrame>
        <p:nvGraphicFramePr>
          <p:cNvPr id="196" name="Chart 3">
            <a:extLst>
              <a:ext uri="{FF2B5EF4-FFF2-40B4-BE49-F238E27FC236}">
                <a16:creationId xmlns:a16="http://schemas.microsoft.com/office/drawing/2014/main" id="{1714D8AE-F860-498C-B0A5-9310F448EF28}"/>
              </a:ext>
            </a:extLst>
          </p:cNvPr>
          <p:cNvGraphicFramePr/>
          <p:nvPr>
            <p:custDataLst>
              <p:tags r:id="rId25"/>
            </p:custDataLst>
            <p:extLst>
              <p:ext uri="{D42A27DB-BD31-4B8C-83A1-F6EECF244321}">
                <p14:modId xmlns:p14="http://schemas.microsoft.com/office/powerpoint/2010/main" val="1390119937"/>
              </p:ext>
            </p:extLst>
          </p:nvPr>
        </p:nvGraphicFramePr>
        <p:xfrm>
          <a:off x="5165725" y="2344738"/>
          <a:ext cx="2460625" cy="2470150"/>
        </p:xfrm>
        <a:graphic>
          <a:graphicData uri="http://schemas.openxmlformats.org/drawingml/2006/chart">
            <c:chart xmlns:c="http://schemas.openxmlformats.org/drawingml/2006/chart" xmlns:r="http://schemas.openxmlformats.org/officeDocument/2006/relationships" r:id="rId45"/>
          </a:graphicData>
        </a:graphic>
      </p:graphicFrame>
      <p:cxnSp>
        <p:nvCxnSpPr>
          <p:cNvPr id="103" name="직선 연결선 102">
            <a:extLst>
              <a:ext uri="{FF2B5EF4-FFF2-40B4-BE49-F238E27FC236}">
                <a16:creationId xmlns:a16="http://schemas.microsoft.com/office/drawing/2014/main" id="{038FBCE0-612A-42D1-A024-16CEDE8F6BC4}"/>
              </a:ext>
            </a:extLst>
          </p:cNvPr>
          <p:cNvCxnSpPr/>
          <p:nvPr>
            <p:custDataLst>
              <p:tags r:id="rId26"/>
            </p:custDataLst>
          </p:nvPr>
        </p:nvCxnSpPr>
        <p:spPr bwMode="auto">
          <a:xfrm>
            <a:off x="6024563" y="3603625"/>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 name="직선 연결선 103">
            <a:extLst>
              <a:ext uri="{FF2B5EF4-FFF2-40B4-BE49-F238E27FC236}">
                <a16:creationId xmlns:a16="http://schemas.microsoft.com/office/drawing/2014/main" id="{0BB7C650-0A57-43C3-AD59-04A8D7D180DB}"/>
              </a:ext>
            </a:extLst>
          </p:cNvPr>
          <p:cNvCxnSpPr/>
          <p:nvPr>
            <p:custDataLst>
              <p:tags r:id="rId27"/>
            </p:custDataLst>
          </p:nvPr>
        </p:nvCxnSpPr>
        <p:spPr bwMode="auto">
          <a:xfrm flipV="1">
            <a:off x="6024563" y="3603625"/>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5" name="직선 연결선 104">
            <a:extLst>
              <a:ext uri="{FF2B5EF4-FFF2-40B4-BE49-F238E27FC236}">
                <a16:creationId xmlns:a16="http://schemas.microsoft.com/office/drawing/2014/main" id="{57E0CC40-290D-4D75-9BBD-26C0970A06BA}"/>
              </a:ext>
            </a:extLst>
          </p:cNvPr>
          <p:cNvCxnSpPr/>
          <p:nvPr>
            <p:custDataLst>
              <p:tags r:id="rId28"/>
            </p:custDataLst>
          </p:nvPr>
        </p:nvCxnSpPr>
        <p:spPr bwMode="auto">
          <a:xfrm>
            <a:off x="6769100" y="3603625"/>
            <a:ext cx="0" cy="36036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07" name="텍스트 개체 틀 2">
            <a:extLst>
              <a:ext uri="{FF2B5EF4-FFF2-40B4-BE49-F238E27FC236}">
                <a16:creationId xmlns:a16="http://schemas.microsoft.com/office/drawing/2014/main" id="{9FBB327E-FA2F-4109-A5EC-98F6E9E58380}"/>
              </a:ext>
            </a:extLst>
          </p:cNvPr>
          <p:cNvSpPr>
            <a:spLocks noGrp="1"/>
          </p:cNvSpPr>
          <p:nvPr>
            <p:custDataLst>
              <p:tags r:id="rId29"/>
            </p:custDataLst>
          </p:nvPr>
        </p:nvSpPr>
        <p:spPr bwMode="auto">
          <a:xfrm>
            <a:off x="6640513"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C830926-AFB4-4ACB-8C29-4715DF4AADAE}" type="datetime'''''''''''’''''''2''''6'''''''''''''''''''">
              <a:rPr lang="ko-KR" altLang="en-US" sz="1400" b="1" smtClean="0"/>
              <a:pPr/>
              <a:t>’26</a:t>
            </a:fld>
            <a:endParaRPr lang="ko-KR" altLang="en-US" sz="1400" b="1" dirty="0"/>
          </a:p>
        </p:txBody>
      </p:sp>
      <p:sp>
        <p:nvSpPr>
          <p:cNvPr id="106" name="텍스트 개체 틀 2">
            <a:extLst>
              <a:ext uri="{FF2B5EF4-FFF2-40B4-BE49-F238E27FC236}">
                <a16:creationId xmlns:a16="http://schemas.microsoft.com/office/drawing/2014/main" id="{6F4C7E7A-B92C-4025-A8A3-14652F514D91}"/>
              </a:ext>
            </a:extLst>
          </p:cNvPr>
          <p:cNvSpPr>
            <a:spLocks noGrp="1"/>
          </p:cNvSpPr>
          <p:nvPr>
            <p:custDataLst>
              <p:tags r:id="rId30"/>
            </p:custDataLst>
          </p:nvPr>
        </p:nvSpPr>
        <p:spPr bwMode="auto">
          <a:xfrm>
            <a:off x="5899150"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1E481E2-496F-462E-B07E-0BC75C3A5045}" type="datetime'''''''''''''''''''''’''2''''''''''''''''''''''5'''''''''''''">
              <a:rPr lang="ko-KR" altLang="en-US" sz="1400" smtClean="0"/>
              <a:pPr/>
              <a:t>’25</a:t>
            </a:fld>
            <a:endParaRPr lang="ko-KR" altLang="en-US" sz="1400" dirty="0"/>
          </a:p>
        </p:txBody>
      </p:sp>
      <p:sp>
        <p:nvSpPr>
          <p:cNvPr id="108" name="텍스트 개체 틀 2">
            <a:extLst>
              <a:ext uri="{FF2B5EF4-FFF2-40B4-BE49-F238E27FC236}">
                <a16:creationId xmlns:a16="http://schemas.microsoft.com/office/drawing/2014/main" id="{1923BEF5-9C47-4E17-94E4-57901669FD1E}"/>
              </a:ext>
            </a:extLst>
          </p:cNvPr>
          <p:cNvSpPr>
            <a:spLocks noGrp="1"/>
          </p:cNvSpPr>
          <p:nvPr>
            <p:custDataLst>
              <p:tags r:id="rId31"/>
            </p:custDataLst>
          </p:nvPr>
        </p:nvSpPr>
        <p:spPr bwMode="auto">
          <a:xfrm>
            <a:off x="5999163" y="3452813"/>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F93E824-7A1B-42DE-9384-B635E25F4C83}" type="datetime'''''''''''''''''''''''''''-1''''''''3''.''''''9%'''">
              <a:rPr lang="en-US" altLang="en-US" sz="1400" b="1" smtClean="0">
                <a:solidFill>
                  <a:schemeClr val="bg1"/>
                </a:solidFill>
              </a:rPr>
              <a:pPr/>
              <a:t>-13.9%</a:t>
            </a:fld>
            <a:endParaRPr lang="ko-KR" altLang="en-US" sz="1400" b="1" dirty="0">
              <a:solidFill>
                <a:schemeClr val="bg1"/>
              </a:solidFill>
            </a:endParaRPr>
          </a:p>
        </p:txBody>
      </p:sp>
      <p:graphicFrame>
        <p:nvGraphicFramePr>
          <p:cNvPr id="49" name="Chart 3">
            <a:extLst>
              <a:ext uri="{FF2B5EF4-FFF2-40B4-BE49-F238E27FC236}">
                <a16:creationId xmlns:a16="http://schemas.microsoft.com/office/drawing/2014/main" id="{27029CCB-B2B9-4CD8-ACE3-D5EF6F73ADFD}"/>
              </a:ext>
            </a:extLst>
          </p:cNvPr>
          <p:cNvGraphicFramePr/>
          <p:nvPr>
            <p:custDataLst>
              <p:tags r:id="rId32"/>
            </p:custDataLst>
            <p:extLst>
              <p:ext uri="{D42A27DB-BD31-4B8C-83A1-F6EECF244321}">
                <p14:modId xmlns:p14="http://schemas.microsoft.com/office/powerpoint/2010/main" val="2193316558"/>
              </p:ext>
            </p:extLst>
          </p:nvPr>
        </p:nvGraphicFramePr>
        <p:xfrm>
          <a:off x="6965950" y="2344738"/>
          <a:ext cx="2460625" cy="2470150"/>
        </p:xfrm>
        <a:graphic>
          <a:graphicData uri="http://schemas.openxmlformats.org/drawingml/2006/chart">
            <c:chart xmlns:c="http://schemas.openxmlformats.org/drawingml/2006/chart" xmlns:r="http://schemas.openxmlformats.org/officeDocument/2006/relationships" r:id="rId46"/>
          </a:graphicData>
        </a:graphic>
      </p:graphicFrame>
      <p:cxnSp>
        <p:nvCxnSpPr>
          <p:cNvPr id="114" name="직선 연결선 113">
            <a:extLst>
              <a:ext uri="{FF2B5EF4-FFF2-40B4-BE49-F238E27FC236}">
                <a16:creationId xmlns:a16="http://schemas.microsoft.com/office/drawing/2014/main" id="{D4A25640-65F5-4D9C-BB63-E4D946C0381E}"/>
              </a:ext>
            </a:extLst>
          </p:cNvPr>
          <p:cNvCxnSpPr/>
          <p:nvPr>
            <p:custDataLst>
              <p:tags r:id="rId33"/>
            </p:custDataLst>
          </p:nvPr>
        </p:nvCxnSpPr>
        <p:spPr bwMode="auto">
          <a:xfrm>
            <a:off x="8569325" y="3876675"/>
            <a:ext cx="0" cy="198438"/>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13" name="직선 연결선 112">
            <a:extLst>
              <a:ext uri="{FF2B5EF4-FFF2-40B4-BE49-F238E27FC236}">
                <a16:creationId xmlns:a16="http://schemas.microsoft.com/office/drawing/2014/main" id="{87817A3A-7834-4901-9D3E-43573F70E06B}"/>
              </a:ext>
            </a:extLst>
          </p:cNvPr>
          <p:cNvCxnSpPr/>
          <p:nvPr>
            <p:custDataLst>
              <p:tags r:id="rId34"/>
            </p:custDataLst>
          </p:nvPr>
        </p:nvCxnSpPr>
        <p:spPr bwMode="auto">
          <a:xfrm flipV="1">
            <a:off x="7824788" y="3876676"/>
            <a:ext cx="0" cy="1889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2" name="직선 연결선 111">
            <a:extLst>
              <a:ext uri="{FF2B5EF4-FFF2-40B4-BE49-F238E27FC236}">
                <a16:creationId xmlns:a16="http://schemas.microsoft.com/office/drawing/2014/main" id="{6EC41D33-A7EB-4810-9A5D-988761E592E3}"/>
              </a:ext>
            </a:extLst>
          </p:cNvPr>
          <p:cNvCxnSpPr/>
          <p:nvPr>
            <p:custDataLst>
              <p:tags r:id="rId35"/>
            </p:custDataLst>
          </p:nvPr>
        </p:nvCxnSpPr>
        <p:spPr bwMode="auto">
          <a:xfrm>
            <a:off x="7824788" y="3876675"/>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5" name="텍스트 개체 틀 2">
            <a:extLst>
              <a:ext uri="{FF2B5EF4-FFF2-40B4-BE49-F238E27FC236}">
                <a16:creationId xmlns:a16="http://schemas.microsoft.com/office/drawing/2014/main" id="{A2B22666-A3D7-4E79-B1F8-54F4B6461383}"/>
              </a:ext>
            </a:extLst>
          </p:cNvPr>
          <p:cNvSpPr>
            <a:spLocks noGrp="1"/>
          </p:cNvSpPr>
          <p:nvPr>
            <p:custDataLst>
              <p:tags r:id="rId36"/>
            </p:custDataLst>
          </p:nvPr>
        </p:nvSpPr>
        <p:spPr bwMode="auto">
          <a:xfrm>
            <a:off x="769937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B68F47C-13B1-4F91-8B5A-D4BD653CB9A0}" type="datetime'''''''''’''''''''''''''''''2''5'''''''''''''''''''''''">
              <a:rPr lang="ko-KR" altLang="en-US" sz="1400" smtClean="0"/>
              <a:pPr/>
              <a:t>’25</a:t>
            </a:fld>
            <a:endParaRPr lang="ko-KR" altLang="en-US" sz="1400" dirty="0"/>
          </a:p>
        </p:txBody>
      </p:sp>
      <p:sp>
        <p:nvSpPr>
          <p:cNvPr id="116" name="텍스트 개체 틀 2">
            <a:extLst>
              <a:ext uri="{FF2B5EF4-FFF2-40B4-BE49-F238E27FC236}">
                <a16:creationId xmlns:a16="http://schemas.microsoft.com/office/drawing/2014/main" id="{DEE093A5-60E8-4FD9-A36B-833A551591AF}"/>
              </a:ext>
            </a:extLst>
          </p:cNvPr>
          <p:cNvSpPr>
            <a:spLocks noGrp="1"/>
          </p:cNvSpPr>
          <p:nvPr>
            <p:custDataLst>
              <p:tags r:id="rId37"/>
            </p:custDataLst>
          </p:nvPr>
        </p:nvSpPr>
        <p:spPr bwMode="auto">
          <a:xfrm>
            <a:off x="844073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8B2B428-08B9-46CD-B134-A8AFA3647BAD}" type="datetime'''''''''''’''''''''''''''''''''2''''''''''''''''''''''''6'">
              <a:rPr lang="ko-KR" altLang="en-US" sz="1400" b="1" smtClean="0"/>
              <a:pPr/>
              <a:t>’26</a:t>
            </a:fld>
            <a:endParaRPr lang="ko-KR" altLang="en-US" sz="1400" b="1" dirty="0"/>
          </a:p>
        </p:txBody>
      </p:sp>
      <p:sp>
        <p:nvSpPr>
          <p:cNvPr id="117" name="텍스트 개체 틀 2">
            <a:extLst>
              <a:ext uri="{FF2B5EF4-FFF2-40B4-BE49-F238E27FC236}">
                <a16:creationId xmlns:a16="http://schemas.microsoft.com/office/drawing/2014/main" id="{DDF706EA-7B64-4904-B261-1B9352D39AB7}"/>
              </a:ext>
            </a:extLst>
          </p:cNvPr>
          <p:cNvSpPr>
            <a:spLocks noGrp="1"/>
          </p:cNvSpPr>
          <p:nvPr>
            <p:custDataLst>
              <p:tags r:id="rId38"/>
            </p:custDataLst>
          </p:nvPr>
        </p:nvSpPr>
        <p:spPr bwMode="auto">
          <a:xfrm>
            <a:off x="7869238" y="3725863"/>
            <a:ext cx="655638"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A13AFB6-92C4-4D85-B2B9-0ACE4AA213B9}" type="datetime'''''-''''1''''''''''.''''''''''''''''3''''''%'''''''">
              <a:rPr lang="en-US" altLang="en-US" sz="1400" b="1" smtClean="0">
                <a:solidFill>
                  <a:schemeClr val="bg1"/>
                </a:solidFill>
              </a:rPr>
              <a:pPr/>
              <a:t>-1.3%</a:t>
            </a:fld>
            <a:endParaRPr lang="ko-KR" altLang="en-US" sz="1400" b="1" dirty="0">
              <a:solidFill>
                <a:schemeClr val="bg1"/>
              </a:solidFill>
            </a:endParaRPr>
          </a:p>
        </p:txBody>
      </p:sp>
    </p:spTree>
    <p:extLst>
      <p:ext uri="{BB962C8B-B14F-4D97-AF65-F5344CB8AC3E}">
        <p14:creationId xmlns:p14="http://schemas.microsoft.com/office/powerpoint/2010/main" val="2620235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3527108810"/>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14536" name="think-cell Slide" r:id="rId40" imgW="270" imgH="270" progId="TCLayout.ActiveDocument.1">
                  <p:embed/>
                </p:oleObj>
              </mc:Choice>
              <mc:Fallback>
                <p:oleObj name="think-cell Slide" r:id="rId40" imgW="270" imgH="270" progId="TCLayout.ActiveDocument.1">
                  <p:embed/>
                  <p:pic>
                    <p:nvPicPr>
                      <p:cNvPr id="17" name="개체 16" hidden="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vert="horz"/>
          <a:lstStyle/>
          <a:p>
            <a:r>
              <a:rPr lang="ko-KR" altLang="en-US" dirty="0"/>
              <a:t>신인 매출 </a:t>
            </a:r>
            <a:r>
              <a:rPr lang="en-US" altLang="ko-KR" dirty="0"/>
              <a:t>20% </a:t>
            </a:r>
            <a:r>
              <a:rPr lang="ko-KR" altLang="en-US" dirty="0"/>
              <a:t>성장 </a:t>
            </a:r>
            <a:r>
              <a:rPr lang="en-US" altLang="ko-KR" dirty="0"/>
              <a:t>(</a:t>
            </a:r>
            <a:r>
              <a:rPr lang="ko-KR" altLang="en-US" dirty="0"/>
              <a:t>업계 </a:t>
            </a:r>
            <a:r>
              <a:rPr lang="en-US" altLang="ko-KR" dirty="0"/>
              <a:t>1</a:t>
            </a:r>
            <a:r>
              <a:rPr lang="ko-KR" altLang="en-US" dirty="0"/>
              <a:t>위</a:t>
            </a:r>
            <a:r>
              <a:rPr lang="en-US" altLang="ko-KR" dirty="0"/>
              <a:t>)</a:t>
            </a:r>
            <a:endParaRPr lang="ko-KR" altLang="en-US" dirty="0"/>
          </a:p>
        </p:txBody>
      </p:sp>
      <p:graphicFrame>
        <p:nvGraphicFramePr>
          <p:cNvPr id="190" name="Chart 3">
            <a:extLst>
              <a:ext uri="{FF2B5EF4-FFF2-40B4-BE49-F238E27FC236}">
                <a16:creationId xmlns:a16="http://schemas.microsoft.com/office/drawing/2014/main" id="{4CA1328D-4F30-4CAD-83BF-8449A96D7046}"/>
              </a:ext>
            </a:extLst>
          </p:cNvPr>
          <p:cNvGraphicFramePr/>
          <p:nvPr>
            <p:custDataLst>
              <p:tags r:id="rId4"/>
            </p:custDataLst>
            <p:extLst>
              <p:ext uri="{D42A27DB-BD31-4B8C-83A1-F6EECF244321}">
                <p14:modId xmlns:p14="http://schemas.microsoft.com/office/powerpoint/2010/main" val="3551929911"/>
              </p:ext>
            </p:extLst>
          </p:nvPr>
        </p:nvGraphicFramePr>
        <p:xfrm>
          <a:off x="-234950" y="2344738"/>
          <a:ext cx="2460625" cy="2470150"/>
        </p:xfrm>
        <a:graphic>
          <a:graphicData uri="http://schemas.openxmlformats.org/drawingml/2006/chart">
            <c:chart xmlns:c="http://schemas.openxmlformats.org/drawingml/2006/chart" xmlns:r="http://schemas.openxmlformats.org/officeDocument/2006/relationships" r:id="rId42"/>
          </a:graphicData>
        </a:graphic>
      </p:graphicFrame>
      <p:cxnSp>
        <p:nvCxnSpPr>
          <p:cNvPr id="9" name="직선 연결선 8">
            <a:extLst>
              <a:ext uri="{FF2B5EF4-FFF2-40B4-BE49-F238E27FC236}">
                <a16:creationId xmlns:a16="http://schemas.microsoft.com/office/drawing/2014/main" id="{A388F4C8-CF47-480A-8A8A-18D938E762AE}"/>
              </a:ext>
            </a:extLst>
          </p:cNvPr>
          <p:cNvCxnSpPr/>
          <p:nvPr>
            <p:custDataLst>
              <p:tags r:id="rId5"/>
            </p:custDataLst>
          </p:nvPr>
        </p:nvCxnSpPr>
        <p:spPr bwMode="auto">
          <a:xfrm>
            <a:off x="623888" y="2657475"/>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직선 연결선 7">
            <a:extLst>
              <a:ext uri="{FF2B5EF4-FFF2-40B4-BE49-F238E27FC236}">
                <a16:creationId xmlns:a16="http://schemas.microsoft.com/office/drawing/2014/main" id="{FE89334D-85F9-471B-8A80-E4234D2C6189}"/>
              </a:ext>
            </a:extLst>
          </p:cNvPr>
          <p:cNvCxnSpPr/>
          <p:nvPr>
            <p:custDataLst>
              <p:tags r:id="rId6"/>
            </p:custDataLst>
          </p:nvPr>
        </p:nvCxnSpPr>
        <p:spPr bwMode="auto">
          <a:xfrm flipV="1">
            <a:off x="623888" y="2657475"/>
            <a:ext cx="0" cy="585788"/>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직선 연결선 9">
            <a:extLst>
              <a:ext uri="{FF2B5EF4-FFF2-40B4-BE49-F238E27FC236}">
                <a16:creationId xmlns:a16="http://schemas.microsoft.com/office/drawing/2014/main" id="{4FED61E9-370E-400D-87B4-F0C8C6485B34}"/>
              </a:ext>
            </a:extLst>
          </p:cNvPr>
          <p:cNvCxnSpPr/>
          <p:nvPr>
            <p:custDataLst>
              <p:tags r:id="rId7"/>
            </p:custDataLst>
          </p:nvPr>
        </p:nvCxnSpPr>
        <p:spPr bwMode="auto">
          <a:xfrm>
            <a:off x="1368425" y="2657475"/>
            <a:ext cx="0" cy="3032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2" name="텍스트 개체 틀 2">
            <a:extLst>
              <a:ext uri="{FF2B5EF4-FFF2-40B4-BE49-F238E27FC236}">
                <a16:creationId xmlns:a16="http://schemas.microsoft.com/office/drawing/2014/main" id="{9A995AFA-DB2D-42A7-8FFE-D04185956756}"/>
              </a:ext>
            </a:extLst>
          </p:cNvPr>
          <p:cNvSpPr>
            <a:spLocks noGrp="1"/>
          </p:cNvSpPr>
          <p:nvPr>
            <p:custDataLst>
              <p:tags r:id="rId8"/>
            </p:custDataLst>
          </p:nvPr>
        </p:nvSpPr>
        <p:spPr bwMode="auto">
          <a:xfrm>
            <a:off x="49847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91AEA59-DE00-44E4-8402-C1D3C8FA6FA6}" type="datetime'''''''''''''''’''''''''''2''''''''''''5'''''''''''''''">
              <a:rPr lang="ko-KR" altLang="en-US" sz="1400" smtClean="0"/>
              <a:pPr/>
              <a:t>’25</a:t>
            </a:fld>
            <a:endParaRPr lang="ko-KR" altLang="en-US" sz="1400" dirty="0"/>
          </a:p>
        </p:txBody>
      </p:sp>
      <p:sp>
        <p:nvSpPr>
          <p:cNvPr id="53" name="텍스트 개체 틀 2">
            <a:extLst>
              <a:ext uri="{FF2B5EF4-FFF2-40B4-BE49-F238E27FC236}">
                <a16:creationId xmlns:a16="http://schemas.microsoft.com/office/drawing/2014/main" id="{EF171818-D0E6-4FAE-80ED-748D83A751C2}"/>
              </a:ext>
            </a:extLst>
          </p:cNvPr>
          <p:cNvSpPr>
            <a:spLocks noGrp="1"/>
          </p:cNvSpPr>
          <p:nvPr>
            <p:custDataLst>
              <p:tags r:id="rId9"/>
            </p:custDataLst>
          </p:nvPr>
        </p:nvSpPr>
        <p:spPr bwMode="auto">
          <a:xfrm>
            <a:off x="123983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1287DD1-4DED-404D-A926-D46A77D27C65}" type="datetime'''’2''''''''''''''''''''''''''''''''''''6'''''''''''''''">
              <a:rPr lang="ko-KR" altLang="en-US" sz="1400" b="1" smtClean="0"/>
              <a:pPr/>
              <a:t>’26</a:t>
            </a:fld>
            <a:endParaRPr lang="ko-KR" altLang="en-US" sz="1400" b="1" dirty="0"/>
          </a:p>
        </p:txBody>
      </p:sp>
      <p:sp>
        <p:nvSpPr>
          <p:cNvPr id="11" name="텍스트 개체 틀 2">
            <a:extLst>
              <a:ext uri="{FF2B5EF4-FFF2-40B4-BE49-F238E27FC236}">
                <a16:creationId xmlns:a16="http://schemas.microsoft.com/office/drawing/2014/main" id="{2A4E6769-DC73-4868-B6BC-D5F8C39A5B64}"/>
              </a:ext>
            </a:extLst>
          </p:cNvPr>
          <p:cNvSpPr>
            <a:spLocks noGrp="1"/>
          </p:cNvSpPr>
          <p:nvPr>
            <p:custDataLst>
              <p:tags r:id="rId10"/>
            </p:custDataLst>
          </p:nvPr>
        </p:nvSpPr>
        <p:spPr bwMode="auto">
          <a:xfrm>
            <a:off x="566738" y="2506663"/>
            <a:ext cx="858838"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9B67AF8-E9D0-4192-90CC-883C918A2502}" type="datetime'+''2''''''3''''''''''''''''''''.''''3%'''''''''">
              <a:rPr lang="en-US" altLang="en-US" sz="1400" b="1" smtClean="0">
                <a:solidFill>
                  <a:schemeClr val="bg1"/>
                </a:solidFill>
              </a:rPr>
              <a:pPr/>
              <a:t>+23.3%</a:t>
            </a:fld>
            <a:endParaRPr lang="ko-KR" altLang="en-US" sz="1400" b="1" dirty="0">
              <a:solidFill>
                <a:schemeClr val="bg1"/>
              </a:solidFill>
            </a:endParaRPr>
          </a:p>
        </p:txBody>
      </p:sp>
      <p:sp>
        <p:nvSpPr>
          <p:cNvPr id="12" name="TextBox 11">
            <a:extLst>
              <a:ext uri="{FF2B5EF4-FFF2-40B4-BE49-F238E27FC236}">
                <a16:creationId xmlns:a16="http://schemas.microsoft.com/office/drawing/2014/main" id="{9448F66E-1997-4FB7-8694-1090F259E9C6}"/>
              </a:ext>
            </a:extLst>
          </p:cNvPr>
          <p:cNvSpPr txBox="1"/>
          <p:nvPr/>
        </p:nvSpPr>
        <p:spPr>
          <a:xfrm>
            <a:off x="764529" y="2042722"/>
            <a:ext cx="461665" cy="276999"/>
          </a:xfrm>
          <a:prstGeom prst="rect">
            <a:avLst/>
          </a:prstGeom>
          <a:noFill/>
        </p:spPr>
        <p:txBody>
          <a:bodyPr wrap="none" lIns="0" tIns="0" rIns="0" bIns="0" rtlCol="0">
            <a:spAutoFit/>
          </a:bodyPr>
          <a:lstStyle/>
          <a:p>
            <a:pPr eaLnBrk="0" latinLnBrk="0" hangingPunct="0"/>
            <a:r>
              <a:rPr lang="ko-KR" altLang="en-US" b="1" u="sng" dirty="0">
                <a:latin typeface="Arial" pitchFamily="34" charset="0"/>
              </a:rPr>
              <a:t>삼성</a:t>
            </a:r>
            <a:endParaRPr lang="en-US" altLang="ko-KR" sz="1200" b="1" u="sng" dirty="0">
              <a:latin typeface="Arial" pitchFamily="34" charset="0"/>
              <a:cs typeface="Arial" pitchFamily="34" charset="0"/>
            </a:endParaRPr>
          </a:p>
        </p:txBody>
      </p:sp>
      <p:sp>
        <p:nvSpPr>
          <p:cNvPr id="13" name="TextBox 12">
            <a:extLst>
              <a:ext uri="{FF2B5EF4-FFF2-40B4-BE49-F238E27FC236}">
                <a16:creationId xmlns:a16="http://schemas.microsoft.com/office/drawing/2014/main" id="{10194DBD-40EB-4231-8BAB-5BE53F90AB63}"/>
              </a:ext>
            </a:extLst>
          </p:cNvPr>
          <p:cNvSpPr txBox="1"/>
          <p:nvPr/>
        </p:nvSpPr>
        <p:spPr>
          <a:xfrm>
            <a:off x="4364979" y="2042722"/>
            <a:ext cx="461665" cy="276999"/>
          </a:xfrm>
          <a:prstGeom prst="rect">
            <a:avLst/>
          </a:prstGeom>
          <a:noFill/>
        </p:spPr>
        <p:txBody>
          <a:bodyPr wrap="none" lIns="0" tIns="0" rIns="0" bIns="0" rtlCol="0">
            <a:spAutoFit/>
          </a:bodyPr>
          <a:lstStyle/>
          <a:p>
            <a:pPr eaLnBrk="0" latinLnBrk="0" hangingPunct="0"/>
            <a:r>
              <a:rPr lang="ko-KR" altLang="en-US" b="1" u="sng" dirty="0">
                <a:latin typeface="Arial" pitchFamily="34" charset="0"/>
              </a:rPr>
              <a:t>현대</a:t>
            </a:r>
            <a:endParaRPr lang="en-US" altLang="ko-KR" sz="1200" b="1" u="sng" dirty="0">
              <a:latin typeface="Arial" pitchFamily="34" charset="0"/>
              <a:cs typeface="Arial" pitchFamily="34" charset="0"/>
            </a:endParaRPr>
          </a:p>
        </p:txBody>
      </p:sp>
      <p:sp>
        <p:nvSpPr>
          <p:cNvPr id="14" name="TextBox 13">
            <a:extLst>
              <a:ext uri="{FF2B5EF4-FFF2-40B4-BE49-F238E27FC236}">
                <a16:creationId xmlns:a16="http://schemas.microsoft.com/office/drawing/2014/main" id="{71C08C6C-554F-4217-A017-C2EF5B73D085}"/>
              </a:ext>
            </a:extLst>
          </p:cNvPr>
          <p:cNvSpPr txBox="1"/>
          <p:nvPr/>
        </p:nvSpPr>
        <p:spPr>
          <a:xfrm>
            <a:off x="6229324" y="2042722"/>
            <a:ext cx="333425" cy="276999"/>
          </a:xfrm>
          <a:prstGeom prst="rect">
            <a:avLst/>
          </a:prstGeom>
          <a:noFill/>
        </p:spPr>
        <p:txBody>
          <a:bodyPr wrap="none" lIns="0" tIns="0" rIns="0" bIns="0" rtlCol="0">
            <a:spAutoFit/>
          </a:bodyPr>
          <a:lstStyle/>
          <a:p>
            <a:pPr eaLnBrk="0" latinLnBrk="0" hangingPunct="0"/>
            <a:r>
              <a:rPr lang="en-US" altLang="ko-KR" b="1" u="sng" dirty="0">
                <a:latin typeface="Arial" pitchFamily="34" charset="0"/>
              </a:rPr>
              <a:t>KB</a:t>
            </a:r>
            <a:endParaRPr lang="en-US" altLang="ko-KR" sz="1200" b="1" u="sng" dirty="0">
              <a:latin typeface="Arial" pitchFamily="34" charset="0"/>
              <a:cs typeface="Arial" pitchFamily="34" charset="0"/>
            </a:endParaRPr>
          </a:p>
        </p:txBody>
      </p:sp>
      <p:sp>
        <p:nvSpPr>
          <p:cNvPr id="15" name="TextBox 14">
            <a:extLst>
              <a:ext uri="{FF2B5EF4-FFF2-40B4-BE49-F238E27FC236}">
                <a16:creationId xmlns:a16="http://schemas.microsoft.com/office/drawing/2014/main" id="{975E3D2F-D8C0-4673-B365-FD7623C1753D}"/>
              </a:ext>
            </a:extLst>
          </p:cNvPr>
          <p:cNvSpPr txBox="1"/>
          <p:nvPr/>
        </p:nvSpPr>
        <p:spPr>
          <a:xfrm>
            <a:off x="7819851" y="2042722"/>
            <a:ext cx="692497" cy="276999"/>
          </a:xfrm>
          <a:prstGeom prst="rect">
            <a:avLst/>
          </a:prstGeom>
          <a:noFill/>
        </p:spPr>
        <p:txBody>
          <a:bodyPr wrap="none" lIns="0" tIns="0" rIns="0" bIns="0" rtlCol="0">
            <a:spAutoFit/>
          </a:bodyPr>
          <a:lstStyle/>
          <a:p>
            <a:pPr eaLnBrk="0" latinLnBrk="0" hangingPunct="0"/>
            <a:r>
              <a:rPr lang="ko-KR" altLang="en-US" b="1" u="sng" dirty="0" err="1">
                <a:solidFill>
                  <a:srgbClr val="FFC000"/>
                </a:solidFill>
                <a:latin typeface="Arial" pitchFamily="34" charset="0"/>
              </a:rPr>
              <a:t>메리츠</a:t>
            </a:r>
            <a:endParaRPr lang="en-US" altLang="ko-KR" sz="1200" b="1" u="sng" dirty="0">
              <a:solidFill>
                <a:srgbClr val="FFC000"/>
              </a:solidFill>
              <a:latin typeface="Arial" pitchFamily="34" charset="0"/>
              <a:cs typeface="Arial" pitchFamily="34" charset="0"/>
            </a:endParaRPr>
          </a:p>
        </p:txBody>
      </p:sp>
      <p:sp>
        <p:nvSpPr>
          <p:cNvPr id="38" name="TextBox 37">
            <a:extLst>
              <a:ext uri="{FF2B5EF4-FFF2-40B4-BE49-F238E27FC236}">
                <a16:creationId xmlns:a16="http://schemas.microsoft.com/office/drawing/2014/main" id="{1842EFA4-8427-4497-B652-623C7D5E7B42}"/>
              </a:ext>
            </a:extLst>
          </p:cNvPr>
          <p:cNvSpPr txBox="1"/>
          <p:nvPr/>
        </p:nvSpPr>
        <p:spPr>
          <a:xfrm>
            <a:off x="2620937" y="2042722"/>
            <a:ext cx="333425" cy="276999"/>
          </a:xfrm>
          <a:prstGeom prst="rect">
            <a:avLst/>
          </a:prstGeom>
          <a:noFill/>
        </p:spPr>
        <p:txBody>
          <a:bodyPr wrap="none" lIns="0" tIns="0" rIns="0" bIns="0" rtlCol="0">
            <a:spAutoFit/>
          </a:bodyPr>
          <a:lstStyle/>
          <a:p>
            <a:pPr eaLnBrk="0" latinLnBrk="0" hangingPunct="0"/>
            <a:r>
              <a:rPr lang="en-US" altLang="ko-KR" b="1" u="sng" dirty="0">
                <a:latin typeface="Arial" pitchFamily="34" charset="0"/>
              </a:rPr>
              <a:t>DB</a:t>
            </a:r>
            <a:endParaRPr lang="en-US" altLang="ko-KR" sz="1200" b="1" u="sng" dirty="0">
              <a:latin typeface="Arial" pitchFamily="34" charset="0"/>
              <a:cs typeface="Arial" pitchFamily="34" charset="0"/>
            </a:endParaRPr>
          </a:p>
        </p:txBody>
      </p:sp>
      <p:sp>
        <p:nvSpPr>
          <p:cNvPr id="44" name="TextBox 43">
            <a:extLst>
              <a:ext uri="{FF2B5EF4-FFF2-40B4-BE49-F238E27FC236}">
                <a16:creationId xmlns:a16="http://schemas.microsoft.com/office/drawing/2014/main" id="{B8125A9D-18C9-4632-97EB-E51BA6B7DC92}"/>
              </a:ext>
            </a:extLst>
          </p:cNvPr>
          <p:cNvSpPr txBox="1"/>
          <p:nvPr/>
        </p:nvSpPr>
        <p:spPr>
          <a:xfrm>
            <a:off x="250825" y="1095586"/>
            <a:ext cx="1974900" cy="461665"/>
          </a:xfrm>
          <a:prstGeom prst="rect">
            <a:avLst/>
          </a:prstGeom>
          <a:noFill/>
        </p:spPr>
        <p:txBody>
          <a:bodyPr wrap="none" lIns="0" tIns="0" rIns="0" bIns="0" rtlCol="0">
            <a:spAutoFit/>
          </a:bodyPr>
          <a:lstStyle/>
          <a:p>
            <a:pPr eaLnBrk="0" latinLnBrk="0" hangingPunct="0"/>
            <a:r>
              <a:rPr lang="ko-KR" altLang="en-US" b="1" dirty="0">
                <a:latin typeface="Arial" pitchFamily="34" charset="0"/>
              </a:rPr>
              <a:t>전년대비 매출 증감</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억</a:t>
            </a:r>
            <a:r>
              <a:rPr lang="en-US" altLang="ko-KR" sz="1200" b="1" dirty="0">
                <a:latin typeface="Arial" pitchFamily="34" charset="0"/>
                <a:cs typeface="Arial" pitchFamily="34" charset="0"/>
              </a:rPr>
              <a:t>, %, 1~9</a:t>
            </a:r>
            <a:r>
              <a:rPr lang="ko-KR" altLang="en-US" sz="1200" b="1" dirty="0">
                <a:latin typeface="Arial" pitchFamily="34" charset="0"/>
                <a:cs typeface="Arial" pitchFamily="34" charset="0"/>
              </a:rPr>
              <a:t>월 평균</a:t>
            </a:r>
            <a:endParaRPr lang="en-US" altLang="ko-KR" sz="1200" b="1" dirty="0">
              <a:latin typeface="Arial" pitchFamily="34" charset="0"/>
              <a:cs typeface="Arial" pitchFamily="34" charset="0"/>
            </a:endParaRPr>
          </a:p>
        </p:txBody>
      </p:sp>
      <p:graphicFrame>
        <p:nvGraphicFramePr>
          <p:cNvPr id="174" name="Chart 3">
            <a:extLst>
              <a:ext uri="{FF2B5EF4-FFF2-40B4-BE49-F238E27FC236}">
                <a16:creationId xmlns:a16="http://schemas.microsoft.com/office/drawing/2014/main" id="{1B1A7DE9-E3BD-49B5-B878-004140D6EDC8}"/>
              </a:ext>
            </a:extLst>
          </p:cNvPr>
          <p:cNvGraphicFramePr/>
          <p:nvPr>
            <p:custDataLst>
              <p:tags r:id="rId11"/>
            </p:custDataLst>
            <p:extLst>
              <p:ext uri="{D42A27DB-BD31-4B8C-83A1-F6EECF244321}">
                <p14:modId xmlns:p14="http://schemas.microsoft.com/office/powerpoint/2010/main" val="1896579585"/>
              </p:ext>
            </p:extLst>
          </p:nvPr>
        </p:nvGraphicFramePr>
        <p:xfrm>
          <a:off x="1811338" y="2344738"/>
          <a:ext cx="1968500" cy="2470150"/>
        </p:xfrm>
        <a:graphic>
          <a:graphicData uri="http://schemas.openxmlformats.org/drawingml/2006/chart">
            <c:chart xmlns:c="http://schemas.openxmlformats.org/drawingml/2006/chart" xmlns:r="http://schemas.openxmlformats.org/officeDocument/2006/relationships" r:id="rId43"/>
          </a:graphicData>
        </a:graphic>
      </p:graphicFrame>
      <p:cxnSp>
        <p:nvCxnSpPr>
          <p:cNvPr id="85" name="직선 연결선 84">
            <a:extLst>
              <a:ext uri="{FF2B5EF4-FFF2-40B4-BE49-F238E27FC236}">
                <a16:creationId xmlns:a16="http://schemas.microsoft.com/office/drawing/2014/main" id="{35A6B49E-965C-4AB4-80B0-9C4436BD94EC}"/>
              </a:ext>
            </a:extLst>
          </p:cNvPr>
          <p:cNvCxnSpPr/>
          <p:nvPr>
            <p:custDataLst>
              <p:tags r:id="rId12"/>
            </p:custDataLst>
          </p:nvPr>
        </p:nvCxnSpPr>
        <p:spPr bwMode="auto">
          <a:xfrm flipV="1">
            <a:off x="2424113" y="3087688"/>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직선 연결선 83">
            <a:extLst>
              <a:ext uri="{FF2B5EF4-FFF2-40B4-BE49-F238E27FC236}">
                <a16:creationId xmlns:a16="http://schemas.microsoft.com/office/drawing/2014/main" id="{43AE40A4-B17C-49D0-BA85-6962AF129241}"/>
              </a:ext>
            </a:extLst>
          </p:cNvPr>
          <p:cNvCxnSpPr/>
          <p:nvPr>
            <p:custDataLst>
              <p:tags r:id="rId13"/>
            </p:custDataLst>
          </p:nvPr>
        </p:nvCxnSpPr>
        <p:spPr bwMode="auto">
          <a:xfrm>
            <a:off x="3168650" y="3087689"/>
            <a:ext cx="0" cy="52546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83" name="직선 연결선 82">
            <a:extLst>
              <a:ext uri="{FF2B5EF4-FFF2-40B4-BE49-F238E27FC236}">
                <a16:creationId xmlns:a16="http://schemas.microsoft.com/office/drawing/2014/main" id="{0705B1E8-5619-4B34-A01F-C5BE019737E8}"/>
              </a:ext>
            </a:extLst>
          </p:cNvPr>
          <p:cNvCxnSpPr/>
          <p:nvPr>
            <p:custDataLst>
              <p:tags r:id="rId14"/>
            </p:custDataLst>
          </p:nvPr>
        </p:nvCxnSpPr>
        <p:spPr bwMode="auto">
          <a:xfrm>
            <a:off x="2424113" y="3087688"/>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6" name="텍스트 개체 틀 2">
            <a:extLst>
              <a:ext uri="{FF2B5EF4-FFF2-40B4-BE49-F238E27FC236}">
                <a16:creationId xmlns:a16="http://schemas.microsoft.com/office/drawing/2014/main" id="{8C7971C0-E8D8-4374-BEC5-0A1A240DBBA1}"/>
              </a:ext>
            </a:extLst>
          </p:cNvPr>
          <p:cNvSpPr>
            <a:spLocks noGrp="1"/>
          </p:cNvSpPr>
          <p:nvPr>
            <p:custDataLst>
              <p:tags r:id="rId15"/>
            </p:custDataLst>
          </p:nvPr>
        </p:nvSpPr>
        <p:spPr bwMode="auto">
          <a:xfrm>
            <a:off x="2298700"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B51AC19-8004-4566-9490-F8EC60977CA6}" type="datetime'''''''''''''''''''''’''''''2''''''5'''''''''''''''''''''''''''">
              <a:rPr lang="ko-KR" altLang="en-US" sz="1400" smtClean="0"/>
              <a:pPr/>
              <a:t>’25</a:t>
            </a:fld>
            <a:endParaRPr lang="ko-KR" altLang="en-US" sz="1400" dirty="0"/>
          </a:p>
        </p:txBody>
      </p:sp>
      <p:sp>
        <p:nvSpPr>
          <p:cNvPr id="87" name="텍스트 개체 틀 2">
            <a:extLst>
              <a:ext uri="{FF2B5EF4-FFF2-40B4-BE49-F238E27FC236}">
                <a16:creationId xmlns:a16="http://schemas.microsoft.com/office/drawing/2014/main" id="{87DB13DF-FFC1-463E-96B0-E47135B7DFA3}"/>
              </a:ext>
            </a:extLst>
          </p:cNvPr>
          <p:cNvSpPr>
            <a:spLocks noGrp="1"/>
          </p:cNvSpPr>
          <p:nvPr>
            <p:custDataLst>
              <p:tags r:id="rId16"/>
            </p:custDataLst>
          </p:nvPr>
        </p:nvSpPr>
        <p:spPr bwMode="auto">
          <a:xfrm>
            <a:off x="3040063"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E6571F5-9503-492A-B167-25B554AB9246}" type="datetime'’''''''''''''''''''''''''2''''''6'''''''">
              <a:rPr lang="ko-KR" altLang="en-US" sz="1400" b="1" smtClean="0"/>
              <a:pPr/>
              <a:t>’26</a:t>
            </a:fld>
            <a:endParaRPr lang="ko-KR" altLang="en-US" sz="1400" b="1" dirty="0"/>
          </a:p>
        </p:txBody>
      </p:sp>
      <p:sp>
        <p:nvSpPr>
          <p:cNvPr id="88" name="텍스트 개체 틀 2">
            <a:extLst>
              <a:ext uri="{FF2B5EF4-FFF2-40B4-BE49-F238E27FC236}">
                <a16:creationId xmlns:a16="http://schemas.microsoft.com/office/drawing/2014/main" id="{CD35BECF-E684-41E9-A75C-4E22209C65B8}"/>
              </a:ext>
            </a:extLst>
          </p:cNvPr>
          <p:cNvSpPr>
            <a:spLocks noGrp="1"/>
          </p:cNvSpPr>
          <p:nvPr>
            <p:custDataLst>
              <p:tags r:id="rId17"/>
            </p:custDataLst>
          </p:nvPr>
        </p:nvSpPr>
        <p:spPr bwMode="auto">
          <a:xfrm>
            <a:off x="2398713" y="2936875"/>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F902F1D-3D82-432E-B783-0748067A8526}" type="datetime'-1''''''''''''''5''''''''''''''.''''''''''''''''''''6''''''%'">
              <a:rPr lang="en-US" altLang="en-US" sz="1400" b="1" smtClean="0">
                <a:solidFill>
                  <a:schemeClr val="bg1"/>
                </a:solidFill>
              </a:rPr>
              <a:pPr/>
              <a:t>-15.6%</a:t>
            </a:fld>
            <a:endParaRPr lang="ko-KR" altLang="en-US" sz="1400" b="1" dirty="0">
              <a:solidFill>
                <a:schemeClr val="bg1"/>
              </a:solidFill>
            </a:endParaRPr>
          </a:p>
        </p:txBody>
      </p:sp>
      <p:graphicFrame>
        <p:nvGraphicFramePr>
          <p:cNvPr id="176" name="Chart 3">
            <a:extLst>
              <a:ext uri="{FF2B5EF4-FFF2-40B4-BE49-F238E27FC236}">
                <a16:creationId xmlns:a16="http://schemas.microsoft.com/office/drawing/2014/main" id="{8C35FE8B-FD4E-4022-ACB2-D76444F8FCD2}"/>
              </a:ext>
            </a:extLst>
          </p:cNvPr>
          <p:cNvGraphicFramePr/>
          <p:nvPr>
            <p:custDataLst>
              <p:tags r:id="rId18"/>
            </p:custDataLst>
            <p:extLst>
              <p:ext uri="{D42A27DB-BD31-4B8C-83A1-F6EECF244321}">
                <p14:modId xmlns:p14="http://schemas.microsoft.com/office/powerpoint/2010/main" val="3126408733"/>
              </p:ext>
            </p:extLst>
          </p:nvPr>
        </p:nvGraphicFramePr>
        <p:xfrm>
          <a:off x="3365500" y="2344738"/>
          <a:ext cx="2460625" cy="2470150"/>
        </p:xfrm>
        <a:graphic>
          <a:graphicData uri="http://schemas.openxmlformats.org/drawingml/2006/chart">
            <c:chart xmlns:c="http://schemas.openxmlformats.org/drawingml/2006/chart" xmlns:r="http://schemas.openxmlformats.org/officeDocument/2006/relationships" r:id="rId44"/>
          </a:graphicData>
        </a:graphic>
      </p:graphicFrame>
      <p:cxnSp>
        <p:nvCxnSpPr>
          <p:cNvPr id="95" name="직선 연결선 94">
            <a:extLst>
              <a:ext uri="{FF2B5EF4-FFF2-40B4-BE49-F238E27FC236}">
                <a16:creationId xmlns:a16="http://schemas.microsoft.com/office/drawing/2014/main" id="{06BFD6CE-D279-4109-B70A-EADF5BD6E26F}"/>
              </a:ext>
            </a:extLst>
          </p:cNvPr>
          <p:cNvCxnSpPr/>
          <p:nvPr>
            <p:custDataLst>
              <p:tags r:id="rId19"/>
            </p:custDataLst>
          </p:nvPr>
        </p:nvCxnSpPr>
        <p:spPr bwMode="auto">
          <a:xfrm flipV="1">
            <a:off x="4224338" y="3024188"/>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직선 연결선 95">
            <a:extLst>
              <a:ext uri="{FF2B5EF4-FFF2-40B4-BE49-F238E27FC236}">
                <a16:creationId xmlns:a16="http://schemas.microsoft.com/office/drawing/2014/main" id="{7534C37A-A469-46E2-957D-ECC4041260BB}"/>
              </a:ext>
            </a:extLst>
          </p:cNvPr>
          <p:cNvCxnSpPr/>
          <p:nvPr>
            <p:custDataLst>
              <p:tags r:id="rId20"/>
            </p:custDataLst>
          </p:nvPr>
        </p:nvCxnSpPr>
        <p:spPr bwMode="auto">
          <a:xfrm>
            <a:off x="4224338" y="3024188"/>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4" name="직선 연결선 93">
            <a:extLst>
              <a:ext uri="{FF2B5EF4-FFF2-40B4-BE49-F238E27FC236}">
                <a16:creationId xmlns:a16="http://schemas.microsoft.com/office/drawing/2014/main" id="{9BD832A8-3B40-448B-BD87-1EA3E123C59C}"/>
              </a:ext>
            </a:extLst>
          </p:cNvPr>
          <p:cNvCxnSpPr/>
          <p:nvPr>
            <p:custDataLst>
              <p:tags r:id="rId21"/>
            </p:custDataLst>
          </p:nvPr>
        </p:nvCxnSpPr>
        <p:spPr bwMode="auto">
          <a:xfrm>
            <a:off x="4968875" y="3024188"/>
            <a:ext cx="0" cy="93980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97" name="텍스트 개체 틀 2">
            <a:extLst>
              <a:ext uri="{FF2B5EF4-FFF2-40B4-BE49-F238E27FC236}">
                <a16:creationId xmlns:a16="http://schemas.microsoft.com/office/drawing/2014/main" id="{45B8BB9D-4189-4DDF-A8C0-6938187AF1DA}"/>
              </a:ext>
            </a:extLst>
          </p:cNvPr>
          <p:cNvSpPr>
            <a:spLocks noGrp="1"/>
          </p:cNvSpPr>
          <p:nvPr>
            <p:custDataLst>
              <p:tags r:id="rId22"/>
            </p:custDataLst>
          </p:nvPr>
        </p:nvSpPr>
        <p:spPr bwMode="auto">
          <a:xfrm>
            <a:off x="409892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A1CC235-BE75-4F07-B61E-E740540619C2}" type="datetime'''''''''''’''''''''''2''5'''''''''''''''''''''''''">
              <a:rPr lang="ko-KR" altLang="en-US" sz="1400" smtClean="0"/>
              <a:pPr/>
              <a:t>’25</a:t>
            </a:fld>
            <a:endParaRPr lang="ko-KR" altLang="en-US" sz="1400" dirty="0"/>
          </a:p>
        </p:txBody>
      </p:sp>
      <p:sp>
        <p:nvSpPr>
          <p:cNvPr id="98" name="텍스트 개체 틀 2">
            <a:extLst>
              <a:ext uri="{FF2B5EF4-FFF2-40B4-BE49-F238E27FC236}">
                <a16:creationId xmlns:a16="http://schemas.microsoft.com/office/drawing/2014/main" id="{A3C17E2C-6540-491B-9866-C27FDAB92F74}"/>
              </a:ext>
            </a:extLst>
          </p:cNvPr>
          <p:cNvSpPr>
            <a:spLocks noGrp="1"/>
          </p:cNvSpPr>
          <p:nvPr>
            <p:custDataLst>
              <p:tags r:id="rId23"/>
            </p:custDataLst>
          </p:nvPr>
        </p:nvSpPr>
        <p:spPr bwMode="auto">
          <a:xfrm>
            <a:off x="484028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5A1B682-CCF1-4C1D-BCBA-43779C93498C}" type="datetime'''''''''''''''''''''''''''''''''''''''’2''''''6'''''''''''">
              <a:rPr lang="ko-KR" altLang="en-US" sz="1400" b="1" smtClean="0"/>
              <a:pPr/>
              <a:t>’26</a:t>
            </a:fld>
            <a:endParaRPr lang="ko-KR" altLang="en-US" sz="1400" b="1" dirty="0"/>
          </a:p>
        </p:txBody>
      </p:sp>
      <p:sp>
        <p:nvSpPr>
          <p:cNvPr id="99" name="텍스트 개체 틀 2">
            <a:extLst>
              <a:ext uri="{FF2B5EF4-FFF2-40B4-BE49-F238E27FC236}">
                <a16:creationId xmlns:a16="http://schemas.microsoft.com/office/drawing/2014/main" id="{83678E87-0B16-4C9A-AA68-4AEF60CCBD72}"/>
              </a:ext>
            </a:extLst>
          </p:cNvPr>
          <p:cNvSpPr>
            <a:spLocks noGrp="1"/>
          </p:cNvSpPr>
          <p:nvPr>
            <p:custDataLst>
              <p:tags r:id="rId24"/>
            </p:custDataLst>
          </p:nvPr>
        </p:nvSpPr>
        <p:spPr bwMode="auto">
          <a:xfrm>
            <a:off x="4198938" y="2873375"/>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53674E4-3F39-4F4A-8F09-1D9A795D0B5D}" type="datetime'''''''''''-''''''''3''''''6''''''''''''''.''''1''%'''">
              <a:rPr lang="en-US" altLang="en-US" sz="1400" b="1" smtClean="0">
                <a:solidFill>
                  <a:schemeClr val="bg1"/>
                </a:solidFill>
              </a:rPr>
              <a:pPr/>
              <a:t>-36.1%</a:t>
            </a:fld>
            <a:endParaRPr lang="ko-KR" altLang="en-US" sz="1400" b="1" dirty="0">
              <a:solidFill>
                <a:schemeClr val="bg1"/>
              </a:solidFill>
            </a:endParaRPr>
          </a:p>
        </p:txBody>
      </p:sp>
      <p:graphicFrame>
        <p:nvGraphicFramePr>
          <p:cNvPr id="182" name="Chart 3">
            <a:extLst>
              <a:ext uri="{FF2B5EF4-FFF2-40B4-BE49-F238E27FC236}">
                <a16:creationId xmlns:a16="http://schemas.microsoft.com/office/drawing/2014/main" id="{6B7BB6F6-8A12-43B1-9139-4B3B1FCE249B}"/>
              </a:ext>
            </a:extLst>
          </p:cNvPr>
          <p:cNvGraphicFramePr/>
          <p:nvPr>
            <p:custDataLst>
              <p:tags r:id="rId25"/>
            </p:custDataLst>
            <p:extLst>
              <p:ext uri="{D42A27DB-BD31-4B8C-83A1-F6EECF244321}">
                <p14:modId xmlns:p14="http://schemas.microsoft.com/office/powerpoint/2010/main" val="1488612937"/>
              </p:ext>
            </p:extLst>
          </p:nvPr>
        </p:nvGraphicFramePr>
        <p:xfrm>
          <a:off x="5411788" y="2344738"/>
          <a:ext cx="1968500" cy="2470150"/>
        </p:xfrm>
        <a:graphic>
          <a:graphicData uri="http://schemas.openxmlformats.org/drawingml/2006/chart">
            <c:chart xmlns:c="http://schemas.openxmlformats.org/drawingml/2006/chart" xmlns:r="http://schemas.openxmlformats.org/officeDocument/2006/relationships" r:id="rId45"/>
          </a:graphicData>
        </a:graphic>
      </p:graphicFrame>
      <p:cxnSp>
        <p:nvCxnSpPr>
          <p:cNvPr id="105" name="직선 연결선 104">
            <a:extLst>
              <a:ext uri="{FF2B5EF4-FFF2-40B4-BE49-F238E27FC236}">
                <a16:creationId xmlns:a16="http://schemas.microsoft.com/office/drawing/2014/main" id="{57E0CC40-290D-4D75-9BBD-26C0970A06BA}"/>
              </a:ext>
            </a:extLst>
          </p:cNvPr>
          <p:cNvCxnSpPr/>
          <p:nvPr>
            <p:custDataLst>
              <p:tags r:id="rId26"/>
            </p:custDataLst>
          </p:nvPr>
        </p:nvCxnSpPr>
        <p:spPr bwMode="auto">
          <a:xfrm>
            <a:off x="6769100" y="3295650"/>
            <a:ext cx="0" cy="5318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03" name="직선 연결선 102">
            <a:extLst>
              <a:ext uri="{FF2B5EF4-FFF2-40B4-BE49-F238E27FC236}">
                <a16:creationId xmlns:a16="http://schemas.microsoft.com/office/drawing/2014/main" id="{038FBCE0-612A-42D1-A024-16CEDE8F6BC4}"/>
              </a:ext>
            </a:extLst>
          </p:cNvPr>
          <p:cNvCxnSpPr/>
          <p:nvPr>
            <p:custDataLst>
              <p:tags r:id="rId27"/>
            </p:custDataLst>
          </p:nvPr>
        </p:nvCxnSpPr>
        <p:spPr bwMode="auto">
          <a:xfrm>
            <a:off x="6024563" y="3295650"/>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 name="직선 연결선 103">
            <a:extLst>
              <a:ext uri="{FF2B5EF4-FFF2-40B4-BE49-F238E27FC236}">
                <a16:creationId xmlns:a16="http://schemas.microsoft.com/office/drawing/2014/main" id="{0BB7C650-0A57-43C3-AD59-04A8D7D180DB}"/>
              </a:ext>
            </a:extLst>
          </p:cNvPr>
          <p:cNvCxnSpPr/>
          <p:nvPr>
            <p:custDataLst>
              <p:tags r:id="rId28"/>
            </p:custDataLst>
          </p:nvPr>
        </p:nvCxnSpPr>
        <p:spPr bwMode="auto">
          <a:xfrm flipV="1">
            <a:off x="6024563" y="3295650"/>
            <a:ext cx="0" cy="2270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6" name="텍스트 개체 틀 2">
            <a:extLst>
              <a:ext uri="{FF2B5EF4-FFF2-40B4-BE49-F238E27FC236}">
                <a16:creationId xmlns:a16="http://schemas.microsoft.com/office/drawing/2014/main" id="{6F4C7E7A-B92C-4025-A8A3-14652F514D91}"/>
              </a:ext>
            </a:extLst>
          </p:cNvPr>
          <p:cNvSpPr>
            <a:spLocks noGrp="1"/>
          </p:cNvSpPr>
          <p:nvPr>
            <p:custDataLst>
              <p:tags r:id="rId29"/>
            </p:custDataLst>
          </p:nvPr>
        </p:nvSpPr>
        <p:spPr bwMode="auto">
          <a:xfrm>
            <a:off x="5899150"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1E481E2-496F-462E-B07E-0BC75C3A5045}" type="datetime'''''''''''''''''''''’''2''''''''''''''''''''''5'''''''''''''">
              <a:rPr lang="ko-KR" altLang="en-US" sz="1400" smtClean="0"/>
              <a:pPr/>
              <a:t>’25</a:t>
            </a:fld>
            <a:endParaRPr lang="ko-KR" altLang="en-US" sz="1400" dirty="0"/>
          </a:p>
        </p:txBody>
      </p:sp>
      <p:sp>
        <p:nvSpPr>
          <p:cNvPr id="107" name="텍스트 개체 틀 2">
            <a:extLst>
              <a:ext uri="{FF2B5EF4-FFF2-40B4-BE49-F238E27FC236}">
                <a16:creationId xmlns:a16="http://schemas.microsoft.com/office/drawing/2014/main" id="{9FBB327E-FA2F-4109-A5EC-98F6E9E58380}"/>
              </a:ext>
            </a:extLst>
          </p:cNvPr>
          <p:cNvSpPr>
            <a:spLocks noGrp="1"/>
          </p:cNvSpPr>
          <p:nvPr>
            <p:custDataLst>
              <p:tags r:id="rId30"/>
            </p:custDataLst>
          </p:nvPr>
        </p:nvSpPr>
        <p:spPr bwMode="auto">
          <a:xfrm>
            <a:off x="6640513"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C830926-AFB4-4ACB-8C29-4715DF4AADAE}" type="datetime'''''''''''’''''''2''''6'''''''''''''''''''">
              <a:rPr lang="ko-KR" altLang="en-US" sz="1400" b="1" smtClean="0"/>
              <a:pPr/>
              <a:t>’26</a:t>
            </a:fld>
            <a:endParaRPr lang="ko-KR" altLang="en-US" sz="1400" b="1" dirty="0"/>
          </a:p>
        </p:txBody>
      </p:sp>
      <p:sp>
        <p:nvSpPr>
          <p:cNvPr id="108" name="텍스트 개체 틀 2">
            <a:extLst>
              <a:ext uri="{FF2B5EF4-FFF2-40B4-BE49-F238E27FC236}">
                <a16:creationId xmlns:a16="http://schemas.microsoft.com/office/drawing/2014/main" id="{1923BEF5-9C47-4E17-94E4-57901669FD1E}"/>
              </a:ext>
            </a:extLst>
          </p:cNvPr>
          <p:cNvSpPr>
            <a:spLocks noGrp="1"/>
          </p:cNvSpPr>
          <p:nvPr>
            <p:custDataLst>
              <p:tags r:id="rId31"/>
            </p:custDataLst>
          </p:nvPr>
        </p:nvSpPr>
        <p:spPr bwMode="auto">
          <a:xfrm>
            <a:off x="5999163" y="3144838"/>
            <a:ext cx="795338" cy="301625"/>
          </a:xfrm>
          <a:prstGeom prst="ellipse">
            <a:avLst/>
          </a:prstGeom>
          <a:solidFill>
            <a:srgbClr val="FFFFFF"/>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9A7EA7F-4509-41B7-8F1B-31DA72AFA662}" type="datetime'''''''-''''''''''''''''''''''''''1''''''7''.9''''%'''''">
              <a:rPr lang="en-US" altLang="en-US" sz="1400" b="1" smtClean="0">
                <a:solidFill>
                  <a:schemeClr val="bg1"/>
                </a:solidFill>
              </a:rPr>
              <a:pPr/>
              <a:t>-17.9%</a:t>
            </a:fld>
            <a:endParaRPr lang="ko-KR" altLang="en-US" sz="1400" b="1" dirty="0">
              <a:solidFill>
                <a:schemeClr val="bg1"/>
              </a:solidFill>
            </a:endParaRPr>
          </a:p>
        </p:txBody>
      </p:sp>
      <p:graphicFrame>
        <p:nvGraphicFramePr>
          <p:cNvPr id="49" name="Chart 3">
            <a:extLst>
              <a:ext uri="{FF2B5EF4-FFF2-40B4-BE49-F238E27FC236}">
                <a16:creationId xmlns:a16="http://schemas.microsoft.com/office/drawing/2014/main" id="{64FC1E0B-3862-40DC-BA0F-53755B1AE40F}"/>
              </a:ext>
            </a:extLst>
          </p:cNvPr>
          <p:cNvGraphicFramePr/>
          <p:nvPr>
            <p:custDataLst>
              <p:tags r:id="rId32"/>
            </p:custDataLst>
            <p:extLst>
              <p:ext uri="{D42A27DB-BD31-4B8C-83A1-F6EECF244321}">
                <p14:modId xmlns:p14="http://schemas.microsoft.com/office/powerpoint/2010/main" val="2737035619"/>
              </p:ext>
            </p:extLst>
          </p:nvPr>
        </p:nvGraphicFramePr>
        <p:xfrm>
          <a:off x="6965950" y="2344738"/>
          <a:ext cx="2460625" cy="2470150"/>
        </p:xfrm>
        <a:graphic>
          <a:graphicData uri="http://schemas.openxmlformats.org/drawingml/2006/chart">
            <c:chart xmlns:c="http://schemas.openxmlformats.org/drawingml/2006/chart" xmlns:r="http://schemas.openxmlformats.org/officeDocument/2006/relationships" r:id="rId46"/>
          </a:graphicData>
        </a:graphic>
      </p:graphicFrame>
      <p:cxnSp>
        <p:nvCxnSpPr>
          <p:cNvPr id="113" name="직선 연결선 112">
            <a:extLst>
              <a:ext uri="{FF2B5EF4-FFF2-40B4-BE49-F238E27FC236}">
                <a16:creationId xmlns:a16="http://schemas.microsoft.com/office/drawing/2014/main" id="{87817A3A-7834-4901-9D3E-43573F70E06B}"/>
              </a:ext>
            </a:extLst>
          </p:cNvPr>
          <p:cNvCxnSpPr/>
          <p:nvPr>
            <p:custDataLst>
              <p:tags r:id="rId33"/>
            </p:custDataLst>
          </p:nvPr>
        </p:nvCxnSpPr>
        <p:spPr bwMode="auto">
          <a:xfrm flipV="1">
            <a:off x="7824788" y="2960688"/>
            <a:ext cx="0" cy="6334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2" name="직선 연결선 111">
            <a:extLst>
              <a:ext uri="{FF2B5EF4-FFF2-40B4-BE49-F238E27FC236}">
                <a16:creationId xmlns:a16="http://schemas.microsoft.com/office/drawing/2014/main" id="{6EC41D33-A7EB-4810-9A5D-988761E592E3}"/>
              </a:ext>
            </a:extLst>
          </p:cNvPr>
          <p:cNvCxnSpPr/>
          <p:nvPr>
            <p:custDataLst>
              <p:tags r:id="rId34"/>
            </p:custDataLst>
          </p:nvPr>
        </p:nvCxnSpPr>
        <p:spPr bwMode="auto">
          <a:xfrm>
            <a:off x="7824788" y="2960688"/>
            <a:ext cx="7445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직선 연결선 113">
            <a:extLst>
              <a:ext uri="{FF2B5EF4-FFF2-40B4-BE49-F238E27FC236}">
                <a16:creationId xmlns:a16="http://schemas.microsoft.com/office/drawing/2014/main" id="{D4A25640-65F5-4D9C-BB63-E4D946C0381E}"/>
              </a:ext>
            </a:extLst>
          </p:cNvPr>
          <p:cNvCxnSpPr/>
          <p:nvPr>
            <p:custDataLst>
              <p:tags r:id="rId35"/>
            </p:custDataLst>
          </p:nvPr>
        </p:nvCxnSpPr>
        <p:spPr bwMode="auto">
          <a:xfrm>
            <a:off x="8569325" y="2960688"/>
            <a:ext cx="0" cy="3032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15" name="텍스트 개체 틀 2">
            <a:extLst>
              <a:ext uri="{FF2B5EF4-FFF2-40B4-BE49-F238E27FC236}">
                <a16:creationId xmlns:a16="http://schemas.microsoft.com/office/drawing/2014/main" id="{A2B22666-A3D7-4E79-B1F8-54F4B6461383}"/>
              </a:ext>
            </a:extLst>
          </p:cNvPr>
          <p:cNvSpPr>
            <a:spLocks noGrp="1"/>
          </p:cNvSpPr>
          <p:nvPr>
            <p:custDataLst>
              <p:tags r:id="rId36"/>
            </p:custDataLst>
          </p:nvPr>
        </p:nvSpPr>
        <p:spPr bwMode="auto">
          <a:xfrm>
            <a:off x="769937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B68F47C-13B1-4F91-8B5A-D4BD653CB9A0}" type="datetime'''''''''’''''''''''''''''''2''5'''''''''''''''''''''''">
              <a:rPr lang="ko-KR" altLang="en-US" sz="1400" smtClean="0"/>
              <a:pPr/>
              <a:t>’25</a:t>
            </a:fld>
            <a:endParaRPr lang="ko-KR" altLang="en-US" sz="1400" dirty="0"/>
          </a:p>
        </p:txBody>
      </p:sp>
      <p:sp>
        <p:nvSpPr>
          <p:cNvPr id="116" name="텍스트 개체 틀 2">
            <a:extLst>
              <a:ext uri="{FF2B5EF4-FFF2-40B4-BE49-F238E27FC236}">
                <a16:creationId xmlns:a16="http://schemas.microsoft.com/office/drawing/2014/main" id="{DEE093A5-60E8-4FD9-A36B-833A551591AF}"/>
              </a:ext>
            </a:extLst>
          </p:cNvPr>
          <p:cNvSpPr>
            <a:spLocks noGrp="1"/>
          </p:cNvSpPr>
          <p:nvPr>
            <p:custDataLst>
              <p:tags r:id="rId37"/>
            </p:custDataLst>
          </p:nvPr>
        </p:nvSpPr>
        <p:spPr bwMode="auto">
          <a:xfrm>
            <a:off x="8440738"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8B2B428-08B9-46CD-B134-A8AFA3647BAD}" type="datetime'''''''''''’''''''''''''''''''''2''''''''''''''''''''''''6'">
              <a:rPr lang="ko-KR" altLang="en-US" sz="1400" b="1" smtClean="0"/>
              <a:pPr/>
              <a:t>’26</a:t>
            </a:fld>
            <a:endParaRPr lang="ko-KR" altLang="en-US" sz="1400" b="1" dirty="0"/>
          </a:p>
        </p:txBody>
      </p:sp>
      <p:sp>
        <p:nvSpPr>
          <p:cNvPr id="117" name="텍스트 개체 틀 2">
            <a:extLst>
              <a:ext uri="{FF2B5EF4-FFF2-40B4-BE49-F238E27FC236}">
                <a16:creationId xmlns:a16="http://schemas.microsoft.com/office/drawing/2014/main" id="{DDF706EA-7B64-4904-B261-1B9352D39AB7}"/>
              </a:ext>
            </a:extLst>
          </p:cNvPr>
          <p:cNvSpPr>
            <a:spLocks noGrp="1"/>
          </p:cNvSpPr>
          <p:nvPr>
            <p:custDataLst>
              <p:tags r:id="rId38"/>
            </p:custDataLst>
          </p:nvPr>
        </p:nvSpPr>
        <p:spPr bwMode="auto">
          <a:xfrm>
            <a:off x="7767638" y="2809875"/>
            <a:ext cx="858838"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EEBD24-F039-4282-8988-922C483AD75B}" type="datetime'''+''2''''''''''''''''0''''.''''''''''3%'''''''''''">
              <a:rPr lang="en-US" altLang="en-US" sz="1400" b="1" smtClean="0">
                <a:solidFill>
                  <a:schemeClr val="bg1"/>
                </a:solidFill>
              </a:rPr>
              <a:pPr/>
              <a:t>+20.3%</a:t>
            </a:fld>
            <a:endParaRPr lang="ko-KR" altLang="en-US" sz="1400" b="1" dirty="0">
              <a:solidFill>
                <a:schemeClr val="bg1"/>
              </a:solidFill>
            </a:endParaRPr>
          </a:p>
        </p:txBody>
      </p:sp>
    </p:spTree>
    <p:extLst>
      <p:ext uri="{BB962C8B-B14F-4D97-AF65-F5344CB8AC3E}">
        <p14:creationId xmlns:p14="http://schemas.microsoft.com/office/powerpoint/2010/main" val="477607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3874253262"/>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9888" name="think-cell Slide" r:id="rId19" imgW="270" imgH="270" progId="TCLayout.ActiveDocument.1">
                  <p:embed/>
                </p:oleObj>
              </mc:Choice>
              <mc:Fallback>
                <p:oleObj name="think-cell Slide" r:id="rId19" imgW="270" imgH="270" progId="TCLayout.ActiveDocument.1">
                  <p:embed/>
                  <p:pic>
                    <p:nvPicPr>
                      <p:cNvPr id="17" name="개체 16"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vert="horz"/>
          <a:lstStyle/>
          <a:p>
            <a:r>
              <a:rPr lang="ko-KR" altLang="en-US" dirty="0"/>
              <a:t>신인 매출 상승의 핵심</a:t>
            </a:r>
          </a:p>
        </p:txBody>
      </p:sp>
      <p:sp>
        <p:nvSpPr>
          <p:cNvPr id="44" name="TextBox 43">
            <a:extLst>
              <a:ext uri="{FF2B5EF4-FFF2-40B4-BE49-F238E27FC236}">
                <a16:creationId xmlns:a16="http://schemas.microsoft.com/office/drawing/2014/main" id="{B8125A9D-18C9-4632-97EB-E51BA6B7DC92}"/>
              </a:ext>
            </a:extLst>
          </p:cNvPr>
          <p:cNvSpPr txBox="1"/>
          <p:nvPr/>
        </p:nvSpPr>
        <p:spPr>
          <a:xfrm>
            <a:off x="250825" y="1095586"/>
            <a:ext cx="3701334" cy="461665"/>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본부별</a:t>
            </a:r>
            <a:r>
              <a:rPr lang="ko-KR" altLang="en-US" b="1" dirty="0">
                <a:latin typeface="Arial" pitchFamily="34" charset="0"/>
              </a:rPr>
              <a:t> 매출 성장률</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만원</a:t>
            </a:r>
            <a:r>
              <a:rPr lang="en-US" altLang="ko-KR" sz="1200" b="1" dirty="0">
                <a:latin typeface="Arial" pitchFamily="34" charset="0"/>
                <a:cs typeface="Arial" pitchFamily="34" charset="0"/>
              </a:rPr>
              <a:t>, 1~9</a:t>
            </a:r>
            <a:r>
              <a:rPr lang="ko-KR" altLang="en-US" sz="1200" b="1" dirty="0">
                <a:latin typeface="Arial" pitchFamily="34" charset="0"/>
                <a:cs typeface="Arial" pitchFamily="34" charset="0"/>
              </a:rPr>
              <a:t>월 비교</a:t>
            </a:r>
            <a:r>
              <a:rPr lang="en-US" altLang="ko-KR" sz="1200" b="1" dirty="0">
                <a:latin typeface="Arial" pitchFamily="34" charset="0"/>
                <a:cs typeface="Arial" pitchFamily="34" charset="0"/>
              </a:rPr>
              <a:t>, ’26.2Q </a:t>
            </a:r>
            <a:r>
              <a:rPr lang="ko-KR" altLang="en-US" sz="1200" b="1" dirty="0">
                <a:latin typeface="Arial" pitchFamily="34" charset="0"/>
                <a:cs typeface="Arial" pitchFamily="34" charset="0"/>
              </a:rPr>
              <a:t>선임팀장 이상 승격 </a:t>
            </a:r>
            <a:r>
              <a:rPr lang="en-US" altLang="ko-KR" sz="1200" b="1" dirty="0">
                <a:latin typeface="Arial" pitchFamily="34" charset="0"/>
                <a:cs typeface="Arial" pitchFamily="34" charset="0"/>
              </a:rPr>
              <a:t>5</a:t>
            </a:r>
            <a:r>
              <a:rPr lang="ko-KR" altLang="en-US" sz="1200" b="1" dirty="0">
                <a:latin typeface="Arial" pitchFamily="34" charset="0"/>
                <a:cs typeface="Arial" pitchFamily="34" charset="0"/>
              </a:rPr>
              <a:t>명 기준</a:t>
            </a:r>
            <a:endParaRPr lang="en-US" altLang="ko-KR" sz="1200" b="1" dirty="0">
              <a:latin typeface="Arial" pitchFamily="34" charset="0"/>
              <a:cs typeface="Arial" pitchFamily="34" charset="0"/>
            </a:endParaRPr>
          </a:p>
        </p:txBody>
      </p:sp>
      <p:graphicFrame>
        <p:nvGraphicFramePr>
          <p:cNvPr id="37" name="Chart 3">
            <a:extLst>
              <a:ext uri="{FF2B5EF4-FFF2-40B4-BE49-F238E27FC236}">
                <a16:creationId xmlns:a16="http://schemas.microsoft.com/office/drawing/2014/main" id="{B73CB86B-158A-418C-8FFB-BDD05A4A65CD}"/>
              </a:ext>
            </a:extLst>
          </p:cNvPr>
          <p:cNvGraphicFramePr/>
          <p:nvPr>
            <p:custDataLst>
              <p:tags r:id="rId4"/>
            </p:custDataLst>
            <p:extLst>
              <p:ext uri="{D42A27DB-BD31-4B8C-83A1-F6EECF244321}">
                <p14:modId xmlns:p14="http://schemas.microsoft.com/office/powerpoint/2010/main" val="1805600912"/>
              </p:ext>
            </p:extLst>
          </p:nvPr>
        </p:nvGraphicFramePr>
        <p:xfrm>
          <a:off x="-238125" y="2344738"/>
          <a:ext cx="2952750" cy="2470150"/>
        </p:xfrm>
        <a:graphic>
          <a:graphicData uri="http://schemas.openxmlformats.org/drawingml/2006/chart">
            <c:chart xmlns:c="http://schemas.openxmlformats.org/drawingml/2006/chart" xmlns:r="http://schemas.openxmlformats.org/officeDocument/2006/relationships" r:id="rId21"/>
          </a:graphicData>
        </a:graphic>
      </p:graphicFrame>
      <p:cxnSp>
        <p:nvCxnSpPr>
          <p:cNvPr id="55" name="직선 연결선 54">
            <a:extLst>
              <a:ext uri="{FF2B5EF4-FFF2-40B4-BE49-F238E27FC236}">
                <a16:creationId xmlns:a16="http://schemas.microsoft.com/office/drawing/2014/main" id="{ED84A0D1-5188-437B-9398-2044AE8015AA}"/>
              </a:ext>
            </a:extLst>
          </p:cNvPr>
          <p:cNvCxnSpPr/>
          <p:nvPr>
            <p:custDataLst>
              <p:tags r:id="rId5"/>
            </p:custDataLst>
          </p:nvPr>
        </p:nvCxnSpPr>
        <p:spPr bwMode="auto">
          <a:xfrm flipV="1">
            <a:off x="744538" y="2720975"/>
            <a:ext cx="0" cy="18891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직선 연결선 53">
            <a:extLst>
              <a:ext uri="{FF2B5EF4-FFF2-40B4-BE49-F238E27FC236}">
                <a16:creationId xmlns:a16="http://schemas.microsoft.com/office/drawing/2014/main" id="{9DA81AD9-9263-469A-9B88-CC0852273EC7}"/>
              </a:ext>
            </a:extLst>
          </p:cNvPr>
          <p:cNvCxnSpPr/>
          <p:nvPr>
            <p:custDataLst>
              <p:tags r:id="rId6"/>
            </p:custDataLst>
          </p:nvPr>
        </p:nvCxnSpPr>
        <p:spPr bwMode="auto">
          <a:xfrm>
            <a:off x="744538" y="2720975"/>
            <a:ext cx="987425"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직선 연결선 50">
            <a:extLst>
              <a:ext uri="{FF2B5EF4-FFF2-40B4-BE49-F238E27FC236}">
                <a16:creationId xmlns:a16="http://schemas.microsoft.com/office/drawing/2014/main" id="{A7CE5DB1-A942-4A2A-9A3C-B1BF2C9351EE}"/>
              </a:ext>
            </a:extLst>
          </p:cNvPr>
          <p:cNvCxnSpPr/>
          <p:nvPr>
            <p:custDataLst>
              <p:tags r:id="rId7"/>
            </p:custDataLst>
          </p:nvPr>
        </p:nvCxnSpPr>
        <p:spPr bwMode="auto">
          <a:xfrm>
            <a:off x="1731963" y="2720975"/>
            <a:ext cx="0" cy="217488"/>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6" name="텍스트 개체 틀 2">
            <a:extLst>
              <a:ext uri="{FF2B5EF4-FFF2-40B4-BE49-F238E27FC236}">
                <a16:creationId xmlns:a16="http://schemas.microsoft.com/office/drawing/2014/main" id="{34981F1E-67F9-4D16-867E-43FD63A9AC54}"/>
              </a:ext>
            </a:extLst>
          </p:cNvPr>
          <p:cNvSpPr>
            <a:spLocks noGrp="1"/>
          </p:cNvSpPr>
          <p:nvPr>
            <p:custDataLst>
              <p:tags r:id="rId8"/>
            </p:custDataLst>
          </p:nvPr>
        </p:nvSpPr>
        <p:spPr bwMode="auto">
          <a:xfrm>
            <a:off x="61912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BDC3299-7BEE-4188-B2F0-C60D7CE6881D}" type="datetime'''''''''''''''''''''’''''25'''''''''''''''''''''''''">
              <a:rPr lang="ko-KR" altLang="en-US" sz="1400" smtClean="0"/>
              <a:pPr/>
              <a:t>’25</a:t>
            </a:fld>
            <a:endParaRPr lang="ko-KR" altLang="en-US" sz="1400" dirty="0"/>
          </a:p>
        </p:txBody>
      </p:sp>
      <p:sp>
        <p:nvSpPr>
          <p:cNvPr id="57" name="텍스트 개체 틀 2">
            <a:extLst>
              <a:ext uri="{FF2B5EF4-FFF2-40B4-BE49-F238E27FC236}">
                <a16:creationId xmlns:a16="http://schemas.microsoft.com/office/drawing/2014/main" id="{DCF51C4B-34DC-4DB6-8789-BC290BFC9970}"/>
              </a:ext>
            </a:extLst>
          </p:cNvPr>
          <p:cNvSpPr>
            <a:spLocks noGrp="1"/>
          </p:cNvSpPr>
          <p:nvPr>
            <p:custDataLst>
              <p:tags r:id="rId9"/>
            </p:custDataLst>
          </p:nvPr>
        </p:nvSpPr>
        <p:spPr bwMode="auto">
          <a:xfrm>
            <a:off x="1603375"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58C6215-030B-48D5-ABE3-8EF6EF06DDB7}" type="datetime'''''''''''''’''''''''''2''''''''''''''''''''''''''6'">
              <a:rPr lang="ko-KR" altLang="en-US" sz="1400" b="1" smtClean="0"/>
              <a:pPr/>
              <a:t>’26</a:t>
            </a:fld>
            <a:endParaRPr lang="ko-KR" altLang="en-US" sz="1400" b="1" dirty="0"/>
          </a:p>
        </p:txBody>
      </p:sp>
      <p:sp>
        <p:nvSpPr>
          <p:cNvPr id="58" name="텍스트 개체 틀 2">
            <a:extLst>
              <a:ext uri="{FF2B5EF4-FFF2-40B4-BE49-F238E27FC236}">
                <a16:creationId xmlns:a16="http://schemas.microsoft.com/office/drawing/2014/main" id="{014EE922-2F9F-4D50-BB39-32BADCADE5EB}"/>
              </a:ext>
            </a:extLst>
          </p:cNvPr>
          <p:cNvSpPr>
            <a:spLocks noGrp="1"/>
          </p:cNvSpPr>
          <p:nvPr>
            <p:custDataLst>
              <p:tags r:id="rId10"/>
            </p:custDataLst>
          </p:nvPr>
        </p:nvSpPr>
        <p:spPr bwMode="auto">
          <a:xfrm>
            <a:off x="911225" y="2570163"/>
            <a:ext cx="655638"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6AEC857-2B6C-4036-B3E8-FA8E39EA3167}" type="datetime'''''''''''''''-1''''''.''''8''%'''''''''''''''''''''''''''''''">
              <a:rPr lang="en-US" altLang="en-US" sz="1400" b="1" smtClean="0">
                <a:solidFill>
                  <a:schemeClr val="bg1"/>
                </a:solidFill>
              </a:rPr>
              <a:pPr/>
              <a:t>-1.8%</a:t>
            </a:fld>
            <a:endParaRPr lang="ko-KR" altLang="en-US" sz="1400" b="1" dirty="0">
              <a:solidFill>
                <a:schemeClr val="bg1"/>
              </a:solidFill>
            </a:endParaRPr>
          </a:p>
        </p:txBody>
      </p:sp>
      <p:graphicFrame>
        <p:nvGraphicFramePr>
          <p:cNvPr id="50" name="Chart 3">
            <a:extLst>
              <a:ext uri="{FF2B5EF4-FFF2-40B4-BE49-F238E27FC236}">
                <a16:creationId xmlns:a16="http://schemas.microsoft.com/office/drawing/2014/main" id="{42FC39A9-58BA-4D41-9848-0A2D4BA4B7F1}"/>
              </a:ext>
            </a:extLst>
          </p:cNvPr>
          <p:cNvGraphicFramePr/>
          <p:nvPr>
            <p:custDataLst>
              <p:tags r:id="rId11"/>
            </p:custDataLst>
            <p:extLst>
              <p:ext uri="{D42A27DB-BD31-4B8C-83A1-F6EECF244321}">
                <p14:modId xmlns:p14="http://schemas.microsoft.com/office/powerpoint/2010/main" val="3203306033"/>
              </p:ext>
            </p:extLst>
          </p:nvPr>
        </p:nvGraphicFramePr>
        <p:xfrm>
          <a:off x="2428875" y="2344738"/>
          <a:ext cx="2952750" cy="2470150"/>
        </p:xfrm>
        <a:graphic>
          <a:graphicData uri="http://schemas.openxmlformats.org/drawingml/2006/chart">
            <c:chart xmlns:c="http://schemas.openxmlformats.org/drawingml/2006/chart" xmlns:r="http://schemas.openxmlformats.org/officeDocument/2006/relationships" r:id="rId22"/>
          </a:graphicData>
        </a:graphic>
      </p:graphicFrame>
      <p:cxnSp>
        <p:nvCxnSpPr>
          <p:cNvPr id="62" name="직선 연결선 61">
            <a:extLst>
              <a:ext uri="{FF2B5EF4-FFF2-40B4-BE49-F238E27FC236}">
                <a16:creationId xmlns:a16="http://schemas.microsoft.com/office/drawing/2014/main" id="{245335F7-116E-41B7-B0C2-83547E75D62C}"/>
              </a:ext>
            </a:extLst>
          </p:cNvPr>
          <p:cNvCxnSpPr/>
          <p:nvPr>
            <p:custDataLst>
              <p:tags r:id="rId12"/>
            </p:custDataLst>
          </p:nvPr>
        </p:nvCxnSpPr>
        <p:spPr bwMode="auto">
          <a:xfrm>
            <a:off x="3411538" y="2547938"/>
            <a:ext cx="987425"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직선 연결선 63">
            <a:extLst>
              <a:ext uri="{FF2B5EF4-FFF2-40B4-BE49-F238E27FC236}">
                <a16:creationId xmlns:a16="http://schemas.microsoft.com/office/drawing/2014/main" id="{CD99A1AD-744E-4683-B0C9-0A2BF1BD9361}"/>
              </a:ext>
            </a:extLst>
          </p:cNvPr>
          <p:cNvCxnSpPr/>
          <p:nvPr>
            <p:custDataLst>
              <p:tags r:id="rId13"/>
            </p:custDataLst>
          </p:nvPr>
        </p:nvCxnSpPr>
        <p:spPr bwMode="auto">
          <a:xfrm>
            <a:off x="4398963" y="2547938"/>
            <a:ext cx="0" cy="188913"/>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63" name="직선 연결선 62">
            <a:extLst>
              <a:ext uri="{FF2B5EF4-FFF2-40B4-BE49-F238E27FC236}">
                <a16:creationId xmlns:a16="http://schemas.microsoft.com/office/drawing/2014/main" id="{0EECD3BB-855A-47D6-B3B3-BD68EECA0465}"/>
              </a:ext>
            </a:extLst>
          </p:cNvPr>
          <p:cNvCxnSpPr/>
          <p:nvPr>
            <p:custDataLst>
              <p:tags r:id="rId14"/>
            </p:custDataLst>
          </p:nvPr>
        </p:nvCxnSpPr>
        <p:spPr bwMode="auto">
          <a:xfrm flipV="1">
            <a:off x="3411538" y="2547938"/>
            <a:ext cx="0" cy="73025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5" name="텍스트 개체 틀 2">
            <a:extLst>
              <a:ext uri="{FF2B5EF4-FFF2-40B4-BE49-F238E27FC236}">
                <a16:creationId xmlns:a16="http://schemas.microsoft.com/office/drawing/2014/main" id="{1E31B1BA-8B8E-4151-BFE9-5BCFFE58881B}"/>
              </a:ext>
            </a:extLst>
          </p:cNvPr>
          <p:cNvSpPr>
            <a:spLocks noGrp="1"/>
          </p:cNvSpPr>
          <p:nvPr>
            <p:custDataLst>
              <p:tags r:id="rId15"/>
            </p:custDataLst>
          </p:nvPr>
        </p:nvSpPr>
        <p:spPr bwMode="auto">
          <a:xfrm>
            <a:off x="3286125" y="4791075"/>
            <a:ext cx="2508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3938893-115A-4E58-9954-0832F9220A5B}" type="datetime'''’''''''''''''''''''''''''''''''''''''''25'''''''''''''''''">
              <a:rPr lang="ko-KR" altLang="en-US" sz="1400" smtClean="0"/>
              <a:pPr/>
              <a:t>’25</a:t>
            </a:fld>
            <a:endParaRPr lang="ko-KR" altLang="en-US" sz="1400" dirty="0"/>
          </a:p>
        </p:txBody>
      </p:sp>
      <p:sp>
        <p:nvSpPr>
          <p:cNvPr id="66" name="텍스트 개체 틀 2">
            <a:extLst>
              <a:ext uri="{FF2B5EF4-FFF2-40B4-BE49-F238E27FC236}">
                <a16:creationId xmlns:a16="http://schemas.microsoft.com/office/drawing/2014/main" id="{5FE85389-D6EC-4559-A36D-1BABD26E3D07}"/>
              </a:ext>
            </a:extLst>
          </p:cNvPr>
          <p:cNvSpPr>
            <a:spLocks noGrp="1"/>
          </p:cNvSpPr>
          <p:nvPr>
            <p:custDataLst>
              <p:tags r:id="rId16"/>
            </p:custDataLst>
          </p:nvPr>
        </p:nvSpPr>
        <p:spPr bwMode="auto">
          <a:xfrm>
            <a:off x="4270375" y="4791075"/>
            <a:ext cx="2587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D894EC3-C6A0-4039-BE21-14D0B0B950DB}" type="datetime'''''''''''’''''''''''''''''''''2''''''''''''''''''6'''''">
              <a:rPr lang="ko-KR" altLang="en-US" sz="1400" b="1" smtClean="0"/>
              <a:pPr/>
              <a:t>’26</a:t>
            </a:fld>
            <a:endParaRPr lang="ko-KR" altLang="en-US" sz="1400" b="1" dirty="0"/>
          </a:p>
        </p:txBody>
      </p:sp>
      <p:sp>
        <p:nvSpPr>
          <p:cNvPr id="67" name="텍스트 개체 틀 2">
            <a:extLst>
              <a:ext uri="{FF2B5EF4-FFF2-40B4-BE49-F238E27FC236}">
                <a16:creationId xmlns:a16="http://schemas.microsoft.com/office/drawing/2014/main" id="{7E10FD30-66F6-42E0-8B65-C6A091DFBC6D}"/>
              </a:ext>
            </a:extLst>
          </p:cNvPr>
          <p:cNvSpPr>
            <a:spLocks noGrp="1"/>
          </p:cNvSpPr>
          <p:nvPr>
            <p:custDataLst>
              <p:tags r:id="rId17"/>
            </p:custDataLst>
          </p:nvPr>
        </p:nvSpPr>
        <p:spPr bwMode="auto">
          <a:xfrm>
            <a:off x="3476625" y="2397125"/>
            <a:ext cx="858838"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5EB95A4-7872-4D8B-BF15-5CF292B5B1C0}" type="datetime'''''''''''''''''''+''4''''''''6''.''''''''''''0''''%'''''''''">
              <a:rPr lang="en-US" altLang="en-US" sz="1400" b="1" smtClean="0">
                <a:solidFill>
                  <a:schemeClr val="bg1"/>
                </a:solidFill>
              </a:rPr>
              <a:pPr/>
              <a:t>+46.0%</a:t>
            </a:fld>
            <a:endParaRPr lang="ko-KR" altLang="en-US" sz="1400" b="1" dirty="0">
              <a:solidFill>
                <a:schemeClr val="bg1"/>
              </a:solidFill>
            </a:endParaRPr>
          </a:p>
        </p:txBody>
      </p:sp>
      <p:pic>
        <p:nvPicPr>
          <p:cNvPr id="70" name="Picture 1" descr="finale_glowing_ladder.png">
            <a:extLst>
              <a:ext uri="{FF2B5EF4-FFF2-40B4-BE49-F238E27FC236}">
                <a16:creationId xmlns:a16="http://schemas.microsoft.com/office/drawing/2014/main" id="{C2D94F59-F575-40DF-8859-D622E71106A8}"/>
              </a:ext>
            </a:extLst>
          </p:cNvPr>
          <p:cNvPicPr>
            <a:picLocks noChangeAspect="1"/>
          </p:cNvPicPr>
          <p:nvPr/>
        </p:nvPicPr>
        <p:blipFill rotWithShape="1">
          <a:blip r:embed="rId23"/>
          <a:srcRect l="33593" t="35" r="32968" b="25000"/>
          <a:stretch/>
        </p:blipFill>
        <p:spPr>
          <a:xfrm>
            <a:off x="5059427" y="2382"/>
            <a:ext cx="4076635" cy="5141118"/>
          </a:xfrm>
          <a:prstGeom prst="rect">
            <a:avLst/>
          </a:prstGeom>
        </p:spPr>
      </p:pic>
      <p:sp>
        <p:nvSpPr>
          <p:cNvPr id="73" name="TextBox 72">
            <a:extLst>
              <a:ext uri="{FF2B5EF4-FFF2-40B4-BE49-F238E27FC236}">
                <a16:creationId xmlns:a16="http://schemas.microsoft.com/office/drawing/2014/main" id="{9CDDE6E5-F732-4E32-9DF4-A3B8D00D9D85}"/>
              </a:ext>
            </a:extLst>
          </p:cNvPr>
          <p:cNvSpPr txBox="1"/>
          <p:nvPr/>
        </p:nvSpPr>
        <p:spPr>
          <a:xfrm>
            <a:off x="270035" y="1965868"/>
            <a:ext cx="1936429" cy="276999"/>
          </a:xfrm>
          <a:prstGeom prst="rect">
            <a:avLst/>
          </a:prstGeom>
          <a:noFill/>
        </p:spPr>
        <p:txBody>
          <a:bodyPr wrap="none" lIns="0" tIns="0" rIns="0" bIns="0" rtlCol="0">
            <a:spAutoFit/>
          </a:bodyPr>
          <a:lstStyle/>
          <a:p>
            <a:pPr algn="ctr" eaLnBrk="0" latinLnBrk="0" hangingPunct="0"/>
            <a:r>
              <a:rPr lang="ko-KR" altLang="en-US" b="1" u="sng" dirty="0">
                <a:latin typeface="Arial" pitchFamily="34" charset="0"/>
              </a:rPr>
              <a:t>승격 </a:t>
            </a:r>
            <a:r>
              <a:rPr lang="en-US" altLang="ko-KR" b="1" u="sng" dirty="0">
                <a:latin typeface="Arial" pitchFamily="34" charset="0"/>
              </a:rPr>
              <a:t>5</a:t>
            </a:r>
            <a:r>
              <a:rPr lang="ko-KR" altLang="en-US" b="1" u="sng" dirty="0">
                <a:latin typeface="Arial" pitchFamily="34" charset="0"/>
              </a:rPr>
              <a:t>명 미만 배출</a:t>
            </a:r>
            <a:endParaRPr lang="en-US" altLang="ko-KR" sz="1200" b="1" u="sng" dirty="0">
              <a:latin typeface="Arial" pitchFamily="34" charset="0"/>
              <a:cs typeface="Arial" pitchFamily="34" charset="0"/>
            </a:endParaRPr>
          </a:p>
        </p:txBody>
      </p:sp>
      <p:sp>
        <p:nvSpPr>
          <p:cNvPr id="74" name="TextBox 73">
            <a:extLst>
              <a:ext uri="{FF2B5EF4-FFF2-40B4-BE49-F238E27FC236}">
                <a16:creationId xmlns:a16="http://schemas.microsoft.com/office/drawing/2014/main" id="{8E7B9E01-0F33-410F-B716-16D6F374773E}"/>
              </a:ext>
            </a:extLst>
          </p:cNvPr>
          <p:cNvSpPr txBox="1"/>
          <p:nvPr/>
        </p:nvSpPr>
        <p:spPr>
          <a:xfrm>
            <a:off x="2937035" y="1966517"/>
            <a:ext cx="1936429" cy="276999"/>
          </a:xfrm>
          <a:prstGeom prst="rect">
            <a:avLst/>
          </a:prstGeom>
          <a:noFill/>
        </p:spPr>
        <p:txBody>
          <a:bodyPr wrap="none" lIns="0" tIns="0" rIns="0" bIns="0" rtlCol="0">
            <a:spAutoFit/>
          </a:bodyPr>
          <a:lstStyle/>
          <a:p>
            <a:pPr algn="ctr" eaLnBrk="0" latinLnBrk="0" hangingPunct="0"/>
            <a:r>
              <a:rPr lang="ko-KR" altLang="en-US" b="1" u="sng" dirty="0">
                <a:latin typeface="Arial" pitchFamily="34" charset="0"/>
              </a:rPr>
              <a:t>승격 </a:t>
            </a:r>
            <a:r>
              <a:rPr lang="en-US" altLang="ko-KR" b="1" u="sng" dirty="0">
                <a:latin typeface="Arial" pitchFamily="34" charset="0"/>
              </a:rPr>
              <a:t>5</a:t>
            </a:r>
            <a:r>
              <a:rPr lang="ko-KR" altLang="en-US" b="1" u="sng" dirty="0">
                <a:latin typeface="Arial" pitchFamily="34" charset="0"/>
              </a:rPr>
              <a:t>명 이상 배출</a:t>
            </a:r>
            <a:endParaRPr lang="en-US" altLang="ko-KR" sz="1200" b="1" u="sng" dirty="0">
              <a:latin typeface="Arial" pitchFamily="34" charset="0"/>
              <a:cs typeface="Arial" pitchFamily="34" charset="0"/>
            </a:endParaRPr>
          </a:p>
        </p:txBody>
      </p:sp>
    </p:spTree>
    <p:extLst>
      <p:ext uri="{BB962C8B-B14F-4D97-AF65-F5344CB8AC3E}">
        <p14:creationId xmlns:p14="http://schemas.microsoft.com/office/powerpoint/2010/main" val="2417974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1742314932"/>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549717"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_21">
            <a:extLst>
              <a:ext uri="{FF2B5EF4-FFF2-40B4-BE49-F238E27FC236}">
                <a16:creationId xmlns:a16="http://schemas.microsoft.com/office/drawing/2014/main" id="{846FB1BD-7FCD-4521-A542-1920616B3AFB}"/>
              </a:ext>
            </a:extLst>
          </p:cNvPr>
          <p:cNvSpPr/>
          <p:nvPr/>
        </p:nvSpPr>
        <p:spPr>
          <a:xfrm>
            <a:off x="297416" y="1583183"/>
            <a:ext cx="1978611" cy="1729047"/>
          </a:xfrm>
          <a:prstGeom prst="rect">
            <a:avLst/>
          </a:prstGeom>
          <a:solidFill>
            <a:srgbClr val="141414"/>
          </a:solidFill>
          <a:ln w="28575">
            <a:solidFill>
              <a:schemeClr val="tx1"/>
            </a:solidFill>
            <a:prstDash val="solid"/>
          </a:ln>
        </p:spPr>
        <p:txBody>
          <a:bodyPr/>
          <a:lstStyle/>
          <a:p>
            <a:endParaRPr lang="ko-KR" altLang="en-US"/>
          </a:p>
        </p:txBody>
      </p:sp>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r>
              <a:rPr lang="ko-KR" altLang="en-US" dirty="0"/>
              <a:t>강력한 </a:t>
            </a:r>
            <a:r>
              <a:rPr lang="ko-KR" altLang="en-US" dirty="0" err="1"/>
              <a:t>메리츠</a:t>
            </a:r>
            <a:r>
              <a:rPr lang="ko-KR" altLang="en-US" dirty="0"/>
              <a:t> </a:t>
            </a:r>
            <a:r>
              <a:rPr lang="en-US" altLang="ko-KR" dirty="0"/>
              <a:t>TA</a:t>
            </a:r>
            <a:r>
              <a:rPr lang="ko-KR" altLang="en-US" dirty="0"/>
              <a:t> 플랫폼</a:t>
            </a:r>
          </a:p>
        </p:txBody>
      </p:sp>
      <p:sp>
        <p:nvSpPr>
          <p:cNvPr id="16" name="사각형: 잘린 위쪽 모서리 15">
            <a:extLst>
              <a:ext uri="{FF2B5EF4-FFF2-40B4-BE49-F238E27FC236}">
                <a16:creationId xmlns:a16="http://schemas.microsoft.com/office/drawing/2014/main" id="{0861DF8B-CD59-47A0-8AC6-458F0ED36F68}"/>
              </a:ext>
            </a:extLst>
          </p:cNvPr>
          <p:cNvSpPr/>
          <p:nvPr/>
        </p:nvSpPr>
        <p:spPr>
          <a:xfrm rot="10800000">
            <a:off x="250824" y="3543858"/>
            <a:ext cx="8678751" cy="864096"/>
          </a:xfrm>
          <a:prstGeom prst="snip2Same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400" b="1" dirty="0">
              <a:solidFill>
                <a:schemeClr val="tx1"/>
              </a:solidFill>
              <a:latin typeface="Arial" pitchFamily="34" charset="0"/>
            </a:endParaRPr>
          </a:p>
        </p:txBody>
      </p:sp>
      <p:sp>
        <p:nvSpPr>
          <p:cNvPr id="18" name="TextBox 17">
            <a:extLst>
              <a:ext uri="{FF2B5EF4-FFF2-40B4-BE49-F238E27FC236}">
                <a16:creationId xmlns:a16="http://schemas.microsoft.com/office/drawing/2014/main" id="{2AB514AB-AB42-4E3C-AD14-CBEA267FCDEE}"/>
              </a:ext>
            </a:extLst>
          </p:cNvPr>
          <p:cNvSpPr txBox="1"/>
          <p:nvPr/>
        </p:nvSpPr>
        <p:spPr>
          <a:xfrm>
            <a:off x="3467966" y="3852795"/>
            <a:ext cx="2160240" cy="276999"/>
          </a:xfrm>
          <a:prstGeom prst="rect">
            <a:avLst/>
          </a:prstGeom>
          <a:noFill/>
        </p:spPr>
        <p:txBody>
          <a:bodyPr wrap="square" lIns="0" tIns="0" rIns="0" bIns="0" rtlCol="0">
            <a:spAutoFit/>
          </a:bodyPr>
          <a:lstStyle/>
          <a:p>
            <a:pPr algn="ctr" eaLnBrk="0" latinLnBrk="0" hangingPunct="0"/>
            <a:r>
              <a:rPr lang="ko-KR" altLang="en-US" b="1" dirty="0">
                <a:solidFill>
                  <a:schemeClr val="bg1"/>
                </a:solidFill>
                <a:latin typeface="Arial" pitchFamily="34" charset="0"/>
              </a:rPr>
              <a:t>플랫폼 경쟁력</a:t>
            </a:r>
          </a:p>
        </p:txBody>
      </p:sp>
      <p:sp>
        <p:nvSpPr>
          <p:cNvPr id="28" name="TextBox 27">
            <a:extLst>
              <a:ext uri="{FF2B5EF4-FFF2-40B4-BE49-F238E27FC236}">
                <a16:creationId xmlns:a16="http://schemas.microsoft.com/office/drawing/2014/main" id="{7457497F-317F-4170-AD38-2126B80B2249}"/>
              </a:ext>
            </a:extLst>
          </p:cNvPr>
          <p:cNvSpPr txBox="1"/>
          <p:nvPr/>
        </p:nvSpPr>
        <p:spPr>
          <a:xfrm>
            <a:off x="562163" y="2071421"/>
            <a:ext cx="1449115" cy="276999"/>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판매비</a:t>
            </a:r>
            <a:r>
              <a:rPr lang="ko-KR" altLang="en-US" b="1" dirty="0">
                <a:latin typeface="Arial" pitchFamily="34" charset="0"/>
              </a:rPr>
              <a:t> 경쟁력</a:t>
            </a:r>
            <a:endParaRPr lang="en-US" altLang="ko-KR" sz="1200" b="1" dirty="0">
              <a:latin typeface="Arial" pitchFamily="34" charset="0"/>
              <a:cs typeface="Arial" pitchFamily="34" charset="0"/>
            </a:endParaRPr>
          </a:p>
        </p:txBody>
      </p:sp>
      <p:sp>
        <p:nvSpPr>
          <p:cNvPr id="31" name="rect_21">
            <a:extLst>
              <a:ext uri="{FF2B5EF4-FFF2-40B4-BE49-F238E27FC236}">
                <a16:creationId xmlns:a16="http://schemas.microsoft.com/office/drawing/2014/main" id="{89095BBF-E594-4E51-954C-247095C2E6F7}"/>
              </a:ext>
            </a:extLst>
          </p:cNvPr>
          <p:cNvSpPr/>
          <p:nvPr/>
        </p:nvSpPr>
        <p:spPr>
          <a:xfrm>
            <a:off x="2514774" y="1583183"/>
            <a:ext cx="1978611" cy="1729047"/>
          </a:xfrm>
          <a:prstGeom prst="rect">
            <a:avLst/>
          </a:prstGeom>
          <a:solidFill>
            <a:srgbClr val="141414"/>
          </a:solidFill>
          <a:ln w="28575">
            <a:solidFill>
              <a:schemeClr val="tx1"/>
            </a:solidFill>
            <a:prstDash val="solid"/>
          </a:ln>
        </p:spPr>
        <p:txBody>
          <a:bodyPr/>
          <a:lstStyle/>
          <a:p>
            <a:endParaRPr lang="ko-KR" altLang="en-US"/>
          </a:p>
        </p:txBody>
      </p:sp>
      <p:sp>
        <p:nvSpPr>
          <p:cNvPr id="32" name="rect_21">
            <a:extLst>
              <a:ext uri="{FF2B5EF4-FFF2-40B4-BE49-F238E27FC236}">
                <a16:creationId xmlns:a16="http://schemas.microsoft.com/office/drawing/2014/main" id="{D6590F32-A3B1-4127-85BD-95164DD8FF0C}"/>
              </a:ext>
            </a:extLst>
          </p:cNvPr>
          <p:cNvSpPr/>
          <p:nvPr/>
        </p:nvSpPr>
        <p:spPr>
          <a:xfrm>
            <a:off x="4732132" y="1583183"/>
            <a:ext cx="1978611" cy="1729047"/>
          </a:xfrm>
          <a:prstGeom prst="rect">
            <a:avLst/>
          </a:prstGeom>
          <a:solidFill>
            <a:srgbClr val="141414"/>
          </a:solidFill>
          <a:ln w="28575">
            <a:solidFill>
              <a:schemeClr val="tx1"/>
            </a:solidFill>
            <a:prstDash val="solid"/>
          </a:ln>
        </p:spPr>
        <p:txBody>
          <a:bodyPr/>
          <a:lstStyle/>
          <a:p>
            <a:endParaRPr lang="ko-KR" altLang="en-US"/>
          </a:p>
        </p:txBody>
      </p:sp>
      <p:sp>
        <p:nvSpPr>
          <p:cNvPr id="33" name="rect_21">
            <a:extLst>
              <a:ext uri="{FF2B5EF4-FFF2-40B4-BE49-F238E27FC236}">
                <a16:creationId xmlns:a16="http://schemas.microsoft.com/office/drawing/2014/main" id="{9C1B545D-F8FE-4522-B55D-F83A4980E488}"/>
              </a:ext>
            </a:extLst>
          </p:cNvPr>
          <p:cNvSpPr/>
          <p:nvPr/>
        </p:nvSpPr>
        <p:spPr>
          <a:xfrm>
            <a:off x="6949489" y="1583183"/>
            <a:ext cx="1978611" cy="1729047"/>
          </a:xfrm>
          <a:prstGeom prst="rect">
            <a:avLst/>
          </a:prstGeom>
          <a:solidFill>
            <a:srgbClr val="141414"/>
          </a:solidFill>
          <a:ln w="28575">
            <a:solidFill>
              <a:schemeClr val="tx1"/>
            </a:solidFill>
            <a:prstDash val="solid"/>
          </a:ln>
        </p:spPr>
        <p:txBody>
          <a:bodyPr/>
          <a:lstStyle/>
          <a:p>
            <a:endParaRPr lang="ko-KR" altLang="en-US"/>
          </a:p>
        </p:txBody>
      </p:sp>
      <p:sp>
        <p:nvSpPr>
          <p:cNvPr id="37" name="TextBox 36">
            <a:extLst>
              <a:ext uri="{FF2B5EF4-FFF2-40B4-BE49-F238E27FC236}">
                <a16:creationId xmlns:a16="http://schemas.microsoft.com/office/drawing/2014/main" id="{AD860FD9-6B3B-4B5F-AD80-95A049A67A91}"/>
              </a:ext>
            </a:extLst>
          </p:cNvPr>
          <p:cNvSpPr txBox="1"/>
          <p:nvPr/>
        </p:nvSpPr>
        <p:spPr>
          <a:xfrm>
            <a:off x="2871017" y="2071421"/>
            <a:ext cx="1218282" cy="276999"/>
          </a:xfrm>
          <a:prstGeom prst="rect">
            <a:avLst/>
          </a:prstGeom>
          <a:noFill/>
        </p:spPr>
        <p:txBody>
          <a:bodyPr wrap="none" lIns="0" tIns="0" rIns="0" bIns="0" rtlCol="0">
            <a:spAutoFit/>
          </a:bodyPr>
          <a:lstStyle/>
          <a:p>
            <a:pPr eaLnBrk="0" latinLnBrk="0" hangingPunct="0"/>
            <a:r>
              <a:rPr lang="ko-KR" altLang="en-US" b="1" dirty="0">
                <a:latin typeface="Arial" pitchFamily="34" charset="0"/>
              </a:rPr>
              <a:t>성장 사다리</a:t>
            </a:r>
            <a:endParaRPr lang="en-US" altLang="ko-KR" sz="1200" b="1" dirty="0">
              <a:latin typeface="Arial" pitchFamily="34" charset="0"/>
              <a:cs typeface="Arial" pitchFamily="34" charset="0"/>
            </a:endParaRPr>
          </a:p>
        </p:txBody>
      </p:sp>
      <p:sp>
        <p:nvSpPr>
          <p:cNvPr id="38" name="TextBox 37">
            <a:extLst>
              <a:ext uri="{FF2B5EF4-FFF2-40B4-BE49-F238E27FC236}">
                <a16:creationId xmlns:a16="http://schemas.microsoft.com/office/drawing/2014/main" id="{70E37AEE-7468-43EC-894A-C9130C4F94E4}"/>
              </a:ext>
            </a:extLst>
          </p:cNvPr>
          <p:cNvSpPr txBox="1"/>
          <p:nvPr/>
        </p:nvSpPr>
        <p:spPr>
          <a:xfrm>
            <a:off x="5093657" y="2070202"/>
            <a:ext cx="1218282" cy="276999"/>
          </a:xfrm>
          <a:prstGeom prst="rect">
            <a:avLst/>
          </a:prstGeom>
          <a:noFill/>
        </p:spPr>
        <p:txBody>
          <a:bodyPr wrap="none" lIns="0" tIns="0" rIns="0" bIns="0" rtlCol="0">
            <a:spAutoFit/>
          </a:bodyPr>
          <a:lstStyle/>
          <a:p>
            <a:pPr eaLnBrk="0" latinLnBrk="0" hangingPunct="0"/>
            <a:r>
              <a:rPr lang="ko-KR" altLang="en-US" b="1">
                <a:latin typeface="Arial" pitchFamily="34" charset="0"/>
              </a:rPr>
              <a:t>상품 </a:t>
            </a:r>
            <a:r>
              <a:rPr lang="ko-KR" altLang="en-US" b="1" dirty="0">
                <a:latin typeface="Arial" pitchFamily="34" charset="0"/>
              </a:rPr>
              <a:t>경쟁력</a:t>
            </a:r>
            <a:endParaRPr lang="en-US" altLang="ko-KR" sz="1200" b="1" dirty="0">
              <a:latin typeface="Arial" pitchFamily="34" charset="0"/>
              <a:cs typeface="Arial" pitchFamily="34" charset="0"/>
            </a:endParaRPr>
          </a:p>
        </p:txBody>
      </p:sp>
      <p:sp>
        <p:nvSpPr>
          <p:cNvPr id="39" name="TextBox 38">
            <a:extLst>
              <a:ext uri="{FF2B5EF4-FFF2-40B4-BE49-F238E27FC236}">
                <a16:creationId xmlns:a16="http://schemas.microsoft.com/office/drawing/2014/main" id="{03542938-F2D6-490C-85AC-5FC7E2B1DC2E}"/>
              </a:ext>
            </a:extLst>
          </p:cNvPr>
          <p:cNvSpPr txBox="1"/>
          <p:nvPr/>
        </p:nvSpPr>
        <p:spPr>
          <a:xfrm>
            <a:off x="7663077" y="2064654"/>
            <a:ext cx="551433" cy="276999"/>
          </a:xfrm>
          <a:prstGeom prst="rect">
            <a:avLst/>
          </a:prstGeom>
          <a:noFill/>
        </p:spPr>
        <p:txBody>
          <a:bodyPr wrap="none" lIns="0" tIns="0" rIns="0" bIns="0" rtlCol="0">
            <a:spAutoFit/>
          </a:bodyPr>
          <a:lstStyle/>
          <a:p>
            <a:pPr eaLnBrk="0" latinLnBrk="0" hangingPunct="0"/>
            <a:r>
              <a:rPr lang="en-US" altLang="ko-KR" b="1" dirty="0" err="1">
                <a:latin typeface="Arial" pitchFamily="34" charset="0"/>
              </a:rPr>
              <a:t>MeAI</a:t>
            </a:r>
            <a:endParaRPr lang="en-US" altLang="ko-KR" sz="1200" b="1" dirty="0">
              <a:latin typeface="Arial" pitchFamily="34" charset="0"/>
              <a:cs typeface="Arial" pitchFamily="34" charset="0"/>
            </a:endParaRPr>
          </a:p>
        </p:txBody>
      </p:sp>
      <p:sp>
        <p:nvSpPr>
          <p:cNvPr id="40" name="ellipse_24">
            <a:extLst>
              <a:ext uri="{FF2B5EF4-FFF2-40B4-BE49-F238E27FC236}">
                <a16:creationId xmlns:a16="http://schemas.microsoft.com/office/drawing/2014/main" id="{1730D97F-902A-42E8-B3A2-C933A82305B2}"/>
              </a:ext>
            </a:extLst>
          </p:cNvPr>
          <p:cNvSpPr/>
          <p:nvPr/>
        </p:nvSpPr>
        <p:spPr>
          <a:xfrm>
            <a:off x="1084068" y="2554289"/>
            <a:ext cx="283922" cy="283922"/>
          </a:xfrm>
          <a:prstGeom prst="ellipse">
            <a:avLst/>
          </a:prstGeom>
          <a:solidFill>
            <a:srgbClr val="000000">
              <a:alpha val="0"/>
            </a:srgbClr>
          </a:solidFill>
          <a:ln w="20955">
            <a:solidFill>
              <a:srgbClr val="FFD21C"/>
            </a:solidFill>
            <a:prstDash val="solid"/>
          </a:ln>
        </p:spPr>
        <p:txBody>
          <a:bodyPr/>
          <a:lstStyle/>
          <a:p>
            <a:endParaRPr lang="ko-KR" altLang="en-US" sz="1350"/>
          </a:p>
        </p:txBody>
      </p:sp>
      <p:sp>
        <p:nvSpPr>
          <p:cNvPr id="41" name="text_25">
            <a:extLst>
              <a:ext uri="{FF2B5EF4-FFF2-40B4-BE49-F238E27FC236}">
                <a16:creationId xmlns:a16="http://schemas.microsoft.com/office/drawing/2014/main" id="{D56C886E-2C47-4C64-B518-31BD34CC9FD3}"/>
              </a:ext>
            </a:extLst>
          </p:cNvPr>
          <p:cNvSpPr/>
          <p:nvPr/>
        </p:nvSpPr>
        <p:spPr>
          <a:xfrm>
            <a:off x="1115616" y="2570063"/>
            <a:ext cx="220828" cy="236601"/>
          </a:xfrm>
          <a:prstGeom prst="rect">
            <a:avLst/>
          </a:prstGeom>
          <a:noFill/>
          <a:ln/>
        </p:spPr>
        <p:txBody>
          <a:bodyPr wrap="square" lIns="0" tIns="0" rIns="0" bIns="0" rtlCol="0" anchor="ctr">
            <a:normAutofit/>
          </a:bodyPr>
          <a:lstStyle/>
          <a:p>
            <a:pPr algn="ctr"/>
            <a:r>
              <a:rPr lang="ko-KR" altLang="en-US" sz="1277" dirty="0">
                <a:solidFill>
                  <a:srgbClr val="FFD21C"/>
                </a:solidFill>
                <a:latin typeface="Arial" pitchFamily="34" charset="0"/>
                <a:ea typeface="Arial" pitchFamily="34" charset="-122"/>
                <a:cs typeface="Arial" pitchFamily="34" charset="-120"/>
              </a:rPr>
              <a:t>₩</a:t>
            </a:r>
            <a:endParaRPr lang="ko-KR" altLang="en-US" sz="1277" dirty="0"/>
          </a:p>
        </p:txBody>
      </p:sp>
      <p:sp>
        <p:nvSpPr>
          <p:cNvPr id="42" name="line_30">
            <a:extLst>
              <a:ext uri="{FF2B5EF4-FFF2-40B4-BE49-F238E27FC236}">
                <a16:creationId xmlns:a16="http://schemas.microsoft.com/office/drawing/2014/main" id="{DF3F4408-DA32-4878-8A8B-575F4270A5D3}"/>
              </a:ext>
            </a:extLst>
          </p:cNvPr>
          <p:cNvSpPr/>
          <p:nvPr/>
        </p:nvSpPr>
        <p:spPr>
          <a:xfrm>
            <a:off x="3394982" y="2563368"/>
            <a:ext cx="0" cy="283922"/>
          </a:xfrm>
          <a:prstGeom prst="line">
            <a:avLst/>
          </a:prstGeom>
          <a:noFill/>
          <a:ln w="20955">
            <a:solidFill>
              <a:srgbClr val="FFD21C"/>
            </a:solidFill>
            <a:prstDash val="solid"/>
          </a:ln>
        </p:spPr>
        <p:txBody>
          <a:bodyPr/>
          <a:lstStyle/>
          <a:p>
            <a:endParaRPr lang="ko-KR" altLang="en-US" sz="1350"/>
          </a:p>
        </p:txBody>
      </p:sp>
      <p:sp>
        <p:nvSpPr>
          <p:cNvPr id="43" name="line_31">
            <a:extLst>
              <a:ext uri="{FF2B5EF4-FFF2-40B4-BE49-F238E27FC236}">
                <a16:creationId xmlns:a16="http://schemas.microsoft.com/office/drawing/2014/main" id="{BA99F5D4-790B-4582-830A-AA64222E611A}"/>
              </a:ext>
            </a:extLst>
          </p:cNvPr>
          <p:cNvSpPr/>
          <p:nvPr/>
        </p:nvSpPr>
        <p:spPr>
          <a:xfrm>
            <a:off x="3565334" y="2563368"/>
            <a:ext cx="0" cy="283922"/>
          </a:xfrm>
          <a:prstGeom prst="line">
            <a:avLst/>
          </a:prstGeom>
          <a:noFill/>
          <a:ln w="20955">
            <a:solidFill>
              <a:srgbClr val="FFD21C"/>
            </a:solidFill>
            <a:prstDash val="solid"/>
          </a:ln>
        </p:spPr>
        <p:txBody>
          <a:bodyPr/>
          <a:lstStyle/>
          <a:p>
            <a:endParaRPr lang="ko-KR" altLang="en-US" sz="1350"/>
          </a:p>
        </p:txBody>
      </p:sp>
      <p:sp>
        <p:nvSpPr>
          <p:cNvPr id="44" name="line_32">
            <a:extLst>
              <a:ext uri="{FF2B5EF4-FFF2-40B4-BE49-F238E27FC236}">
                <a16:creationId xmlns:a16="http://schemas.microsoft.com/office/drawing/2014/main" id="{46E506CE-3D7E-4660-926A-F0FAD2B4F11D}"/>
              </a:ext>
            </a:extLst>
          </p:cNvPr>
          <p:cNvSpPr/>
          <p:nvPr/>
        </p:nvSpPr>
        <p:spPr>
          <a:xfrm>
            <a:off x="3394982" y="2629617"/>
            <a:ext cx="170353" cy="0"/>
          </a:xfrm>
          <a:prstGeom prst="line">
            <a:avLst/>
          </a:prstGeom>
          <a:noFill/>
          <a:ln w="20955">
            <a:solidFill>
              <a:srgbClr val="FFD21C"/>
            </a:solidFill>
            <a:prstDash val="solid"/>
          </a:ln>
        </p:spPr>
        <p:txBody>
          <a:bodyPr/>
          <a:lstStyle/>
          <a:p>
            <a:endParaRPr lang="ko-KR" altLang="en-US" sz="1350"/>
          </a:p>
        </p:txBody>
      </p:sp>
      <p:sp>
        <p:nvSpPr>
          <p:cNvPr id="45" name="line_33">
            <a:extLst>
              <a:ext uri="{FF2B5EF4-FFF2-40B4-BE49-F238E27FC236}">
                <a16:creationId xmlns:a16="http://schemas.microsoft.com/office/drawing/2014/main" id="{8873D5EC-DE73-47AA-A2AB-B821F4C48F48}"/>
              </a:ext>
            </a:extLst>
          </p:cNvPr>
          <p:cNvSpPr/>
          <p:nvPr/>
        </p:nvSpPr>
        <p:spPr>
          <a:xfrm>
            <a:off x="3394982" y="2705329"/>
            <a:ext cx="170353" cy="0"/>
          </a:xfrm>
          <a:prstGeom prst="line">
            <a:avLst/>
          </a:prstGeom>
          <a:noFill/>
          <a:ln w="20955">
            <a:solidFill>
              <a:srgbClr val="FFD21C"/>
            </a:solidFill>
            <a:prstDash val="solid"/>
          </a:ln>
        </p:spPr>
        <p:txBody>
          <a:bodyPr/>
          <a:lstStyle/>
          <a:p>
            <a:endParaRPr lang="ko-KR" altLang="en-US" sz="1350"/>
          </a:p>
        </p:txBody>
      </p:sp>
      <p:sp>
        <p:nvSpPr>
          <p:cNvPr id="46" name="line_34">
            <a:extLst>
              <a:ext uri="{FF2B5EF4-FFF2-40B4-BE49-F238E27FC236}">
                <a16:creationId xmlns:a16="http://schemas.microsoft.com/office/drawing/2014/main" id="{BFE21F5D-AE65-4117-8E91-348E40A7D297}"/>
              </a:ext>
            </a:extLst>
          </p:cNvPr>
          <p:cNvSpPr/>
          <p:nvPr/>
        </p:nvSpPr>
        <p:spPr>
          <a:xfrm>
            <a:off x="3394982" y="2781042"/>
            <a:ext cx="170353" cy="0"/>
          </a:xfrm>
          <a:prstGeom prst="line">
            <a:avLst/>
          </a:prstGeom>
          <a:noFill/>
          <a:ln w="20955">
            <a:solidFill>
              <a:srgbClr val="FFD21C"/>
            </a:solidFill>
            <a:prstDash val="solid"/>
          </a:ln>
        </p:spPr>
        <p:txBody>
          <a:bodyPr/>
          <a:lstStyle/>
          <a:p>
            <a:endParaRPr lang="ko-KR" altLang="en-US" sz="1350"/>
          </a:p>
        </p:txBody>
      </p:sp>
      <p:sp>
        <p:nvSpPr>
          <p:cNvPr id="49" name="freeform_39">
            <a:extLst>
              <a:ext uri="{FF2B5EF4-FFF2-40B4-BE49-F238E27FC236}">
                <a16:creationId xmlns:a16="http://schemas.microsoft.com/office/drawing/2014/main" id="{20E02650-EFFF-49E9-9C81-D18CC3B72B44}"/>
              </a:ext>
            </a:extLst>
          </p:cNvPr>
          <p:cNvSpPr/>
          <p:nvPr/>
        </p:nvSpPr>
        <p:spPr>
          <a:xfrm>
            <a:off x="5573456" y="2567138"/>
            <a:ext cx="258684" cy="293385"/>
          </a:xfrm>
          <a:custGeom>
            <a:avLst/>
            <a:gdLst/>
            <a:ahLst/>
            <a:cxnLst/>
            <a:rect l="0" t="0" r="r" b="b"/>
            <a:pathLst>
              <a:path w="100000" h="100000">
                <a:moveTo>
                  <a:pt x="50000" y="0"/>
                </a:moveTo>
                <a:lnTo>
                  <a:pt x="100000" y="16129"/>
                </a:lnTo>
                <a:lnTo>
                  <a:pt x="92683" y="62366"/>
                </a:lnTo>
                <a:lnTo>
                  <a:pt x="50000" y="100000"/>
                </a:lnTo>
                <a:lnTo>
                  <a:pt x="7317" y="62366"/>
                </a:lnTo>
                <a:lnTo>
                  <a:pt x="0" y="16129"/>
                </a:lnTo>
                <a:close/>
              </a:path>
            </a:pathLst>
          </a:custGeom>
          <a:solidFill>
            <a:srgbClr val="000000">
              <a:alpha val="0"/>
            </a:srgbClr>
          </a:solidFill>
          <a:ln w="20955">
            <a:solidFill>
              <a:srgbClr val="FFD21C"/>
            </a:solidFill>
            <a:prstDash val="solid"/>
          </a:ln>
        </p:spPr>
        <p:txBody>
          <a:bodyPr/>
          <a:lstStyle/>
          <a:p>
            <a:endParaRPr lang="ko-KR" altLang="en-US" sz="1350"/>
          </a:p>
        </p:txBody>
      </p:sp>
      <p:sp>
        <p:nvSpPr>
          <p:cNvPr id="50" name="line_40">
            <a:extLst>
              <a:ext uri="{FF2B5EF4-FFF2-40B4-BE49-F238E27FC236}">
                <a16:creationId xmlns:a16="http://schemas.microsoft.com/office/drawing/2014/main" id="{7C34CFF1-ECBC-46FF-9F2E-695B8895C3B6}"/>
              </a:ext>
            </a:extLst>
          </p:cNvPr>
          <p:cNvSpPr/>
          <p:nvPr/>
        </p:nvSpPr>
        <p:spPr>
          <a:xfrm>
            <a:off x="5639705" y="2709098"/>
            <a:ext cx="44165" cy="47321"/>
          </a:xfrm>
          <a:prstGeom prst="line">
            <a:avLst/>
          </a:prstGeom>
          <a:noFill/>
          <a:ln w="20955">
            <a:solidFill>
              <a:srgbClr val="FFD21C"/>
            </a:solidFill>
            <a:prstDash val="solid"/>
          </a:ln>
        </p:spPr>
        <p:txBody>
          <a:bodyPr/>
          <a:lstStyle/>
          <a:p>
            <a:endParaRPr lang="ko-KR" altLang="en-US" sz="1350"/>
          </a:p>
        </p:txBody>
      </p:sp>
      <p:sp>
        <p:nvSpPr>
          <p:cNvPr id="51" name="line_41">
            <a:extLst>
              <a:ext uri="{FF2B5EF4-FFF2-40B4-BE49-F238E27FC236}">
                <a16:creationId xmlns:a16="http://schemas.microsoft.com/office/drawing/2014/main" id="{D9E3FD12-E173-47D6-B819-23A9A89D250B}"/>
              </a:ext>
            </a:extLst>
          </p:cNvPr>
          <p:cNvSpPr/>
          <p:nvPr/>
        </p:nvSpPr>
        <p:spPr>
          <a:xfrm flipV="1">
            <a:off x="5683871" y="2661779"/>
            <a:ext cx="91486" cy="94640"/>
          </a:xfrm>
          <a:prstGeom prst="line">
            <a:avLst/>
          </a:prstGeom>
          <a:noFill/>
          <a:ln w="20955">
            <a:solidFill>
              <a:srgbClr val="FFD21C"/>
            </a:solidFill>
            <a:prstDash val="solid"/>
          </a:ln>
        </p:spPr>
        <p:txBody>
          <a:bodyPr/>
          <a:lstStyle/>
          <a:p>
            <a:endParaRPr lang="ko-KR" altLang="en-US" sz="1350"/>
          </a:p>
        </p:txBody>
      </p:sp>
      <p:sp>
        <p:nvSpPr>
          <p:cNvPr id="52" name="rect_46">
            <a:extLst>
              <a:ext uri="{FF2B5EF4-FFF2-40B4-BE49-F238E27FC236}">
                <a16:creationId xmlns:a16="http://schemas.microsoft.com/office/drawing/2014/main" id="{D6C452A1-E6E2-41DB-83EA-0D88985C258C}"/>
              </a:ext>
            </a:extLst>
          </p:cNvPr>
          <p:cNvSpPr/>
          <p:nvPr/>
        </p:nvSpPr>
        <p:spPr>
          <a:xfrm>
            <a:off x="7848568" y="2655906"/>
            <a:ext cx="195590" cy="195590"/>
          </a:xfrm>
          <a:prstGeom prst="rect">
            <a:avLst/>
          </a:prstGeom>
          <a:solidFill>
            <a:srgbClr val="000000">
              <a:alpha val="0"/>
            </a:srgbClr>
          </a:solidFill>
          <a:ln w="20955">
            <a:solidFill>
              <a:srgbClr val="FFD21C"/>
            </a:solidFill>
            <a:prstDash val="solid"/>
          </a:ln>
        </p:spPr>
        <p:txBody>
          <a:bodyPr/>
          <a:lstStyle/>
          <a:p>
            <a:endParaRPr lang="ko-KR" altLang="en-US" sz="1350"/>
          </a:p>
        </p:txBody>
      </p:sp>
      <p:sp>
        <p:nvSpPr>
          <p:cNvPr id="53" name="line_47">
            <a:extLst>
              <a:ext uri="{FF2B5EF4-FFF2-40B4-BE49-F238E27FC236}">
                <a16:creationId xmlns:a16="http://schemas.microsoft.com/office/drawing/2014/main" id="{323DB563-D846-41D6-ABA3-E00386FC7A88}"/>
              </a:ext>
            </a:extLst>
          </p:cNvPr>
          <p:cNvSpPr/>
          <p:nvPr/>
        </p:nvSpPr>
        <p:spPr>
          <a:xfrm>
            <a:off x="7788628" y="2690606"/>
            <a:ext cx="56784" cy="0"/>
          </a:xfrm>
          <a:prstGeom prst="line">
            <a:avLst/>
          </a:prstGeom>
          <a:noFill/>
          <a:ln w="20955">
            <a:solidFill>
              <a:srgbClr val="FFD21C"/>
            </a:solidFill>
            <a:prstDash val="solid"/>
          </a:ln>
        </p:spPr>
        <p:txBody>
          <a:bodyPr/>
          <a:lstStyle/>
          <a:p>
            <a:endParaRPr lang="ko-KR" altLang="en-US" sz="1350"/>
          </a:p>
        </p:txBody>
      </p:sp>
      <p:sp>
        <p:nvSpPr>
          <p:cNvPr id="54" name="line_48">
            <a:extLst>
              <a:ext uri="{FF2B5EF4-FFF2-40B4-BE49-F238E27FC236}">
                <a16:creationId xmlns:a16="http://schemas.microsoft.com/office/drawing/2014/main" id="{160D468B-ADE1-4852-8995-E674C95D4BF0}"/>
              </a:ext>
            </a:extLst>
          </p:cNvPr>
          <p:cNvSpPr/>
          <p:nvPr/>
        </p:nvSpPr>
        <p:spPr>
          <a:xfrm>
            <a:off x="8047312" y="2690606"/>
            <a:ext cx="56784" cy="0"/>
          </a:xfrm>
          <a:prstGeom prst="line">
            <a:avLst/>
          </a:prstGeom>
          <a:noFill/>
          <a:ln w="20955">
            <a:solidFill>
              <a:srgbClr val="FFD21C"/>
            </a:solidFill>
            <a:prstDash val="solid"/>
          </a:ln>
        </p:spPr>
        <p:txBody>
          <a:bodyPr/>
          <a:lstStyle/>
          <a:p>
            <a:endParaRPr lang="ko-KR" altLang="en-US" sz="1350"/>
          </a:p>
        </p:txBody>
      </p:sp>
      <p:sp>
        <p:nvSpPr>
          <p:cNvPr id="55" name="line_49">
            <a:extLst>
              <a:ext uri="{FF2B5EF4-FFF2-40B4-BE49-F238E27FC236}">
                <a16:creationId xmlns:a16="http://schemas.microsoft.com/office/drawing/2014/main" id="{BF2C637E-4928-4A06-81E6-B8BF4972EEB4}"/>
              </a:ext>
            </a:extLst>
          </p:cNvPr>
          <p:cNvSpPr/>
          <p:nvPr/>
        </p:nvSpPr>
        <p:spPr>
          <a:xfrm>
            <a:off x="7883268" y="2595966"/>
            <a:ext cx="0" cy="56784"/>
          </a:xfrm>
          <a:prstGeom prst="line">
            <a:avLst/>
          </a:prstGeom>
          <a:noFill/>
          <a:ln w="20955">
            <a:solidFill>
              <a:srgbClr val="FFD21C"/>
            </a:solidFill>
            <a:prstDash val="solid"/>
          </a:ln>
        </p:spPr>
        <p:txBody>
          <a:bodyPr/>
          <a:lstStyle/>
          <a:p>
            <a:endParaRPr lang="ko-KR" altLang="en-US" sz="1350"/>
          </a:p>
        </p:txBody>
      </p:sp>
      <p:sp>
        <p:nvSpPr>
          <p:cNvPr id="56" name="line_50">
            <a:extLst>
              <a:ext uri="{FF2B5EF4-FFF2-40B4-BE49-F238E27FC236}">
                <a16:creationId xmlns:a16="http://schemas.microsoft.com/office/drawing/2014/main" id="{122F9ACA-FA20-448D-9CE3-1EA67E63C9A5}"/>
              </a:ext>
            </a:extLst>
          </p:cNvPr>
          <p:cNvSpPr/>
          <p:nvPr/>
        </p:nvSpPr>
        <p:spPr>
          <a:xfrm>
            <a:off x="7883268" y="2854650"/>
            <a:ext cx="0" cy="56784"/>
          </a:xfrm>
          <a:prstGeom prst="line">
            <a:avLst/>
          </a:prstGeom>
          <a:noFill/>
          <a:ln w="20955">
            <a:solidFill>
              <a:srgbClr val="FFD21C"/>
            </a:solidFill>
            <a:prstDash val="solid"/>
          </a:ln>
        </p:spPr>
        <p:txBody>
          <a:bodyPr/>
          <a:lstStyle/>
          <a:p>
            <a:endParaRPr lang="ko-KR" altLang="en-US" sz="1350"/>
          </a:p>
        </p:txBody>
      </p:sp>
      <p:sp>
        <p:nvSpPr>
          <p:cNvPr id="57" name="line_51">
            <a:extLst>
              <a:ext uri="{FF2B5EF4-FFF2-40B4-BE49-F238E27FC236}">
                <a16:creationId xmlns:a16="http://schemas.microsoft.com/office/drawing/2014/main" id="{A4C45609-F33B-4456-9F91-BD926707AF26}"/>
              </a:ext>
            </a:extLst>
          </p:cNvPr>
          <p:cNvSpPr/>
          <p:nvPr/>
        </p:nvSpPr>
        <p:spPr>
          <a:xfrm>
            <a:off x="7788628" y="2753700"/>
            <a:ext cx="56784" cy="0"/>
          </a:xfrm>
          <a:prstGeom prst="line">
            <a:avLst/>
          </a:prstGeom>
          <a:noFill/>
          <a:ln w="20955">
            <a:solidFill>
              <a:srgbClr val="FFD21C"/>
            </a:solidFill>
            <a:prstDash val="solid"/>
          </a:ln>
        </p:spPr>
        <p:txBody>
          <a:bodyPr/>
          <a:lstStyle/>
          <a:p>
            <a:endParaRPr lang="ko-KR" altLang="en-US" sz="1350"/>
          </a:p>
        </p:txBody>
      </p:sp>
      <p:sp>
        <p:nvSpPr>
          <p:cNvPr id="58" name="line_52">
            <a:extLst>
              <a:ext uri="{FF2B5EF4-FFF2-40B4-BE49-F238E27FC236}">
                <a16:creationId xmlns:a16="http://schemas.microsoft.com/office/drawing/2014/main" id="{D2DEC6EC-359F-4E31-A2E7-3D7E89D8DA82}"/>
              </a:ext>
            </a:extLst>
          </p:cNvPr>
          <p:cNvSpPr/>
          <p:nvPr/>
        </p:nvSpPr>
        <p:spPr>
          <a:xfrm>
            <a:off x="8047312" y="2753700"/>
            <a:ext cx="56784" cy="0"/>
          </a:xfrm>
          <a:prstGeom prst="line">
            <a:avLst/>
          </a:prstGeom>
          <a:noFill/>
          <a:ln w="20955">
            <a:solidFill>
              <a:srgbClr val="FFD21C"/>
            </a:solidFill>
            <a:prstDash val="solid"/>
          </a:ln>
        </p:spPr>
        <p:txBody>
          <a:bodyPr/>
          <a:lstStyle/>
          <a:p>
            <a:endParaRPr lang="ko-KR" altLang="en-US" sz="1350"/>
          </a:p>
        </p:txBody>
      </p:sp>
      <p:sp>
        <p:nvSpPr>
          <p:cNvPr id="59" name="line_53">
            <a:extLst>
              <a:ext uri="{FF2B5EF4-FFF2-40B4-BE49-F238E27FC236}">
                <a16:creationId xmlns:a16="http://schemas.microsoft.com/office/drawing/2014/main" id="{25C1D104-60A5-4895-9D0D-EA288BD51A18}"/>
              </a:ext>
            </a:extLst>
          </p:cNvPr>
          <p:cNvSpPr/>
          <p:nvPr/>
        </p:nvSpPr>
        <p:spPr>
          <a:xfrm>
            <a:off x="7946362" y="2595966"/>
            <a:ext cx="0" cy="56784"/>
          </a:xfrm>
          <a:prstGeom prst="line">
            <a:avLst/>
          </a:prstGeom>
          <a:noFill/>
          <a:ln w="20955">
            <a:solidFill>
              <a:srgbClr val="FFD21C"/>
            </a:solidFill>
            <a:prstDash val="solid"/>
          </a:ln>
        </p:spPr>
        <p:txBody>
          <a:bodyPr/>
          <a:lstStyle/>
          <a:p>
            <a:endParaRPr lang="ko-KR" altLang="en-US" sz="1350"/>
          </a:p>
        </p:txBody>
      </p:sp>
      <p:sp>
        <p:nvSpPr>
          <p:cNvPr id="60" name="line_54">
            <a:extLst>
              <a:ext uri="{FF2B5EF4-FFF2-40B4-BE49-F238E27FC236}">
                <a16:creationId xmlns:a16="http://schemas.microsoft.com/office/drawing/2014/main" id="{0CCC70DF-A295-4B16-8FE2-58D829D15164}"/>
              </a:ext>
            </a:extLst>
          </p:cNvPr>
          <p:cNvSpPr/>
          <p:nvPr/>
        </p:nvSpPr>
        <p:spPr>
          <a:xfrm>
            <a:off x="7946362" y="2854650"/>
            <a:ext cx="0" cy="56784"/>
          </a:xfrm>
          <a:prstGeom prst="line">
            <a:avLst/>
          </a:prstGeom>
          <a:noFill/>
          <a:ln w="20955">
            <a:solidFill>
              <a:srgbClr val="FFD21C"/>
            </a:solidFill>
            <a:prstDash val="solid"/>
          </a:ln>
        </p:spPr>
        <p:txBody>
          <a:bodyPr/>
          <a:lstStyle/>
          <a:p>
            <a:endParaRPr lang="ko-KR" altLang="en-US" sz="1350"/>
          </a:p>
        </p:txBody>
      </p:sp>
      <p:sp>
        <p:nvSpPr>
          <p:cNvPr id="61" name="line_55">
            <a:extLst>
              <a:ext uri="{FF2B5EF4-FFF2-40B4-BE49-F238E27FC236}">
                <a16:creationId xmlns:a16="http://schemas.microsoft.com/office/drawing/2014/main" id="{633E9DD5-2EDE-4E4B-8BF7-67BDABB0B65C}"/>
              </a:ext>
            </a:extLst>
          </p:cNvPr>
          <p:cNvSpPr/>
          <p:nvPr/>
        </p:nvSpPr>
        <p:spPr>
          <a:xfrm>
            <a:off x="7788628" y="2816794"/>
            <a:ext cx="56784" cy="0"/>
          </a:xfrm>
          <a:prstGeom prst="line">
            <a:avLst/>
          </a:prstGeom>
          <a:noFill/>
          <a:ln w="20955">
            <a:solidFill>
              <a:srgbClr val="FFD21C"/>
            </a:solidFill>
            <a:prstDash val="solid"/>
          </a:ln>
        </p:spPr>
        <p:txBody>
          <a:bodyPr/>
          <a:lstStyle/>
          <a:p>
            <a:endParaRPr lang="ko-KR" altLang="en-US" sz="1350"/>
          </a:p>
        </p:txBody>
      </p:sp>
      <p:sp>
        <p:nvSpPr>
          <p:cNvPr id="62" name="line_56">
            <a:extLst>
              <a:ext uri="{FF2B5EF4-FFF2-40B4-BE49-F238E27FC236}">
                <a16:creationId xmlns:a16="http://schemas.microsoft.com/office/drawing/2014/main" id="{D853710E-3AEF-41CC-9DED-D906E8FDEA8C}"/>
              </a:ext>
            </a:extLst>
          </p:cNvPr>
          <p:cNvSpPr/>
          <p:nvPr/>
        </p:nvSpPr>
        <p:spPr>
          <a:xfrm>
            <a:off x="8047312" y="2816794"/>
            <a:ext cx="56784" cy="0"/>
          </a:xfrm>
          <a:prstGeom prst="line">
            <a:avLst/>
          </a:prstGeom>
          <a:noFill/>
          <a:ln w="20955">
            <a:solidFill>
              <a:srgbClr val="FFD21C"/>
            </a:solidFill>
            <a:prstDash val="solid"/>
          </a:ln>
        </p:spPr>
        <p:txBody>
          <a:bodyPr/>
          <a:lstStyle/>
          <a:p>
            <a:endParaRPr lang="ko-KR" altLang="en-US" sz="1350"/>
          </a:p>
        </p:txBody>
      </p:sp>
      <p:sp>
        <p:nvSpPr>
          <p:cNvPr id="63" name="line_57">
            <a:extLst>
              <a:ext uri="{FF2B5EF4-FFF2-40B4-BE49-F238E27FC236}">
                <a16:creationId xmlns:a16="http://schemas.microsoft.com/office/drawing/2014/main" id="{28E7F23B-1F68-46FB-82CC-7F30B77C24AC}"/>
              </a:ext>
            </a:extLst>
          </p:cNvPr>
          <p:cNvSpPr/>
          <p:nvPr/>
        </p:nvSpPr>
        <p:spPr>
          <a:xfrm>
            <a:off x="8009456" y="2595966"/>
            <a:ext cx="0" cy="56784"/>
          </a:xfrm>
          <a:prstGeom prst="line">
            <a:avLst/>
          </a:prstGeom>
          <a:noFill/>
          <a:ln w="20955">
            <a:solidFill>
              <a:srgbClr val="FFD21C"/>
            </a:solidFill>
            <a:prstDash val="solid"/>
          </a:ln>
        </p:spPr>
        <p:txBody>
          <a:bodyPr/>
          <a:lstStyle/>
          <a:p>
            <a:endParaRPr lang="ko-KR" altLang="en-US" sz="1350"/>
          </a:p>
        </p:txBody>
      </p:sp>
      <p:sp>
        <p:nvSpPr>
          <p:cNvPr id="64" name="line_58">
            <a:extLst>
              <a:ext uri="{FF2B5EF4-FFF2-40B4-BE49-F238E27FC236}">
                <a16:creationId xmlns:a16="http://schemas.microsoft.com/office/drawing/2014/main" id="{22D47341-CE04-4E7B-8DC4-FFB99C21A1B7}"/>
              </a:ext>
            </a:extLst>
          </p:cNvPr>
          <p:cNvSpPr/>
          <p:nvPr/>
        </p:nvSpPr>
        <p:spPr>
          <a:xfrm>
            <a:off x="8009456" y="2854650"/>
            <a:ext cx="0" cy="56784"/>
          </a:xfrm>
          <a:prstGeom prst="line">
            <a:avLst/>
          </a:prstGeom>
          <a:noFill/>
          <a:ln w="20955">
            <a:solidFill>
              <a:srgbClr val="FFD21C"/>
            </a:solidFill>
            <a:prstDash val="solid"/>
          </a:ln>
        </p:spPr>
        <p:txBody>
          <a:bodyPr/>
          <a:lstStyle/>
          <a:p>
            <a:endParaRPr lang="ko-KR" altLang="en-US" sz="1350"/>
          </a:p>
        </p:txBody>
      </p:sp>
      <p:sp>
        <p:nvSpPr>
          <p:cNvPr id="65" name="text_59">
            <a:extLst>
              <a:ext uri="{FF2B5EF4-FFF2-40B4-BE49-F238E27FC236}">
                <a16:creationId xmlns:a16="http://schemas.microsoft.com/office/drawing/2014/main" id="{6DE10DD4-4EA4-478C-AC5A-60BA343E7D98}"/>
              </a:ext>
            </a:extLst>
          </p:cNvPr>
          <p:cNvSpPr/>
          <p:nvPr/>
        </p:nvSpPr>
        <p:spPr>
          <a:xfrm>
            <a:off x="7864341" y="2681142"/>
            <a:ext cx="164043" cy="141961"/>
          </a:xfrm>
          <a:prstGeom prst="rect">
            <a:avLst/>
          </a:prstGeom>
          <a:noFill/>
          <a:ln/>
        </p:spPr>
        <p:txBody>
          <a:bodyPr wrap="square" lIns="0" tIns="0" rIns="0" bIns="0" rtlCol="0" anchor="ctr">
            <a:normAutofit/>
          </a:bodyPr>
          <a:lstStyle/>
          <a:p>
            <a:pPr algn="ctr"/>
            <a:r>
              <a:rPr lang="ko-KR" altLang="en-US" sz="794" b="1" dirty="0">
                <a:solidFill>
                  <a:srgbClr val="FFD21C"/>
                </a:solidFill>
                <a:latin typeface="Arial" pitchFamily="34" charset="0"/>
                <a:ea typeface="Arial" pitchFamily="34" charset="-122"/>
                <a:cs typeface="Arial" pitchFamily="34" charset="-120"/>
              </a:rPr>
              <a:t>AI</a:t>
            </a:r>
            <a:endParaRPr lang="ko-KR" altLang="en-US" sz="794" dirty="0"/>
          </a:p>
        </p:txBody>
      </p:sp>
    </p:spTree>
    <p:extLst>
      <p:ext uri="{BB962C8B-B14F-4D97-AF65-F5344CB8AC3E}">
        <p14:creationId xmlns:p14="http://schemas.microsoft.com/office/powerpoint/2010/main" val="1831671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1327092977"/>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31939" name="think-cell Slide" r:id="rId19" imgW="270" imgH="270" progId="TCLayout.ActiveDocument.1">
                  <p:embed/>
                </p:oleObj>
              </mc:Choice>
              <mc:Fallback>
                <p:oleObj name="think-cell Slide" r:id="rId19" imgW="270" imgH="270" progId="TCLayout.ActiveDocument.1">
                  <p:embed/>
                  <p:pic>
                    <p:nvPicPr>
                      <p:cNvPr id="17" name="개체 16"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vert="horz"/>
          <a:lstStyle/>
          <a:p>
            <a:r>
              <a:rPr lang="ko-KR" altLang="en-US" dirty="0"/>
              <a:t>많은 경력 도입자들이 플랫폼 경쟁력을 증명</a:t>
            </a:r>
          </a:p>
        </p:txBody>
      </p:sp>
      <p:sp>
        <p:nvSpPr>
          <p:cNvPr id="7" name="TextBox 6">
            <a:extLst>
              <a:ext uri="{FF2B5EF4-FFF2-40B4-BE49-F238E27FC236}">
                <a16:creationId xmlns:a16="http://schemas.microsoft.com/office/drawing/2014/main" id="{AB2E9835-76BD-473F-870D-D87A0A3C3570}"/>
              </a:ext>
            </a:extLst>
          </p:cNvPr>
          <p:cNvSpPr txBox="1"/>
          <p:nvPr/>
        </p:nvSpPr>
        <p:spPr>
          <a:xfrm>
            <a:off x="250825" y="1095586"/>
            <a:ext cx="1974900" cy="461665"/>
          </a:xfrm>
          <a:prstGeom prst="rect">
            <a:avLst/>
          </a:prstGeom>
          <a:noFill/>
        </p:spPr>
        <p:txBody>
          <a:bodyPr wrap="none" lIns="0" tIns="0" rIns="0" bIns="0" rtlCol="0">
            <a:spAutoFit/>
          </a:bodyPr>
          <a:lstStyle/>
          <a:p>
            <a:pPr eaLnBrk="0" latinLnBrk="0" hangingPunct="0"/>
            <a:r>
              <a:rPr lang="ko-KR" altLang="en-US" b="1" dirty="0">
                <a:latin typeface="Arial" pitchFamily="34" charset="0"/>
              </a:rPr>
              <a:t>누적 경력도입 인원</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명</a:t>
            </a:r>
            <a:r>
              <a:rPr lang="en-US" altLang="ko-KR" sz="1200" b="1" dirty="0">
                <a:latin typeface="Arial" pitchFamily="34" charset="0"/>
                <a:cs typeface="Arial" pitchFamily="34" charset="0"/>
              </a:rPr>
              <a:t>, ’25.1</a:t>
            </a:r>
            <a:r>
              <a:rPr lang="ko-KR" altLang="en-US" sz="1200" b="1" dirty="0">
                <a:latin typeface="Arial" pitchFamily="34" charset="0"/>
                <a:cs typeface="Arial" pitchFamily="34" charset="0"/>
              </a:rPr>
              <a:t>월 이후 </a:t>
            </a:r>
            <a:r>
              <a:rPr lang="ko-KR" altLang="en-US" sz="1200" b="1" dirty="0" err="1">
                <a:latin typeface="Arial" pitchFamily="34" charset="0"/>
                <a:cs typeface="Arial" pitchFamily="34" charset="0"/>
              </a:rPr>
              <a:t>도입자</a:t>
            </a:r>
            <a:r>
              <a:rPr lang="ko-KR" altLang="en-US" sz="1200" b="1" dirty="0">
                <a:latin typeface="Arial" pitchFamily="34" charset="0"/>
                <a:cs typeface="Arial" pitchFamily="34" charset="0"/>
              </a:rPr>
              <a:t> 기준</a:t>
            </a:r>
            <a:endParaRPr lang="en-US" altLang="ko-KR" sz="1200" b="1" dirty="0">
              <a:latin typeface="Arial" pitchFamily="34" charset="0"/>
              <a:cs typeface="Arial" pitchFamily="34" charset="0"/>
            </a:endParaRPr>
          </a:p>
        </p:txBody>
      </p:sp>
      <p:graphicFrame>
        <p:nvGraphicFramePr>
          <p:cNvPr id="22" name="Chart 3">
            <a:extLst>
              <a:ext uri="{FF2B5EF4-FFF2-40B4-BE49-F238E27FC236}">
                <a16:creationId xmlns:a16="http://schemas.microsoft.com/office/drawing/2014/main" id="{F2AF516B-D8E8-4627-8B0B-409F1FA29B43}"/>
              </a:ext>
            </a:extLst>
          </p:cNvPr>
          <p:cNvGraphicFramePr/>
          <p:nvPr>
            <p:custDataLst>
              <p:tags r:id="rId4"/>
            </p:custDataLst>
            <p:extLst>
              <p:ext uri="{D42A27DB-BD31-4B8C-83A1-F6EECF244321}">
                <p14:modId xmlns:p14="http://schemas.microsoft.com/office/powerpoint/2010/main" val="336339684"/>
              </p:ext>
            </p:extLst>
          </p:nvPr>
        </p:nvGraphicFramePr>
        <p:xfrm>
          <a:off x="168275" y="1320800"/>
          <a:ext cx="8469313" cy="3176588"/>
        </p:xfrm>
        <a:graphic>
          <a:graphicData uri="http://schemas.openxmlformats.org/drawingml/2006/chart">
            <c:chart xmlns:c="http://schemas.openxmlformats.org/drawingml/2006/chart" xmlns:r="http://schemas.openxmlformats.org/officeDocument/2006/relationships" r:id="rId21"/>
          </a:graphicData>
        </a:graphic>
      </p:graphicFrame>
      <p:sp>
        <p:nvSpPr>
          <p:cNvPr id="36" name="텍스트 개체 틀 2">
            <a:extLst>
              <a:ext uri="{FF2B5EF4-FFF2-40B4-BE49-F238E27FC236}">
                <a16:creationId xmlns:a16="http://schemas.microsoft.com/office/drawing/2014/main" id="{BBC43D0A-C390-4CF3-ABFF-E74E741734C6}"/>
              </a:ext>
            </a:extLst>
          </p:cNvPr>
          <p:cNvSpPr>
            <a:spLocks noGrp="1"/>
          </p:cNvSpPr>
          <p:nvPr>
            <p:custDataLst>
              <p:tags r:id="rId5"/>
            </p:custDataLst>
          </p:nvPr>
        </p:nvSpPr>
        <p:spPr bwMode="auto">
          <a:xfrm>
            <a:off x="4827588" y="4491038"/>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83DDCC8-E28D-44E3-BFDE-336B416439D9}" type="datetime'''''''''’''2''''''6''''.''''''''1'''''''''''">
              <a:rPr lang="ko-KR" altLang="en-US" sz="1400" smtClean="0"/>
              <a:pPr/>
              <a:t>’26.1</a:t>
            </a:fld>
            <a:endParaRPr lang="ko-KR" altLang="en-US" sz="1400" dirty="0"/>
          </a:p>
        </p:txBody>
      </p:sp>
      <p:sp>
        <p:nvSpPr>
          <p:cNvPr id="15" name="텍스트 개체 틀 2">
            <a:extLst>
              <a:ext uri="{FF2B5EF4-FFF2-40B4-BE49-F238E27FC236}">
                <a16:creationId xmlns:a16="http://schemas.microsoft.com/office/drawing/2014/main" id="{8593DCE2-1691-4193-A5EB-1DC450CC0447}"/>
              </a:ext>
            </a:extLst>
          </p:cNvPr>
          <p:cNvSpPr>
            <a:spLocks noGrp="1"/>
          </p:cNvSpPr>
          <p:nvPr>
            <p:custDataLst>
              <p:tags r:id="rId6"/>
            </p:custDataLst>
          </p:nvPr>
        </p:nvSpPr>
        <p:spPr bwMode="auto">
          <a:xfrm>
            <a:off x="52388" y="4491038"/>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BCB73B0-0DD2-4690-8C90-C4A12AF859B3}" type="datetime'''''’''''''''25''.''''''''''1'">
              <a:rPr lang="ko-KR" altLang="en-US" sz="1400" smtClean="0"/>
              <a:pPr marL="0" indent="0" algn="ctr">
                <a:spcBef>
                  <a:spcPct val="0"/>
                </a:spcBef>
                <a:spcAft>
                  <a:spcPct val="0"/>
                </a:spcAft>
                <a:buNone/>
              </a:pPr>
              <a:t>’25.1</a:t>
            </a:fld>
            <a:endParaRPr lang="ko-KR" altLang="en-US" sz="1400" dirty="0"/>
          </a:p>
        </p:txBody>
      </p:sp>
      <p:sp>
        <p:nvSpPr>
          <p:cNvPr id="30" name="텍스트 개체 틀 2">
            <a:extLst>
              <a:ext uri="{FF2B5EF4-FFF2-40B4-BE49-F238E27FC236}">
                <a16:creationId xmlns:a16="http://schemas.microsoft.com/office/drawing/2014/main" id="{FA422C55-A3EF-4B7D-9F83-B8D34B041076}"/>
              </a:ext>
            </a:extLst>
          </p:cNvPr>
          <p:cNvSpPr>
            <a:spLocks noGrp="1"/>
          </p:cNvSpPr>
          <p:nvPr>
            <p:custDataLst>
              <p:tags r:id="rId7"/>
            </p:custDataLst>
          </p:nvPr>
        </p:nvSpPr>
        <p:spPr bwMode="auto">
          <a:xfrm>
            <a:off x="4132263" y="4491038"/>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51B596C-F70E-4DDE-9D3C-C5E6CD67E85E}" type="datetime'''''''''''''''''1''''''''''''''''''''1'">
              <a:rPr lang="ko-KR" altLang="en-US" sz="1400" smtClean="0"/>
              <a:pPr/>
              <a:t>11</a:t>
            </a:fld>
            <a:endParaRPr lang="ko-KR" altLang="en-US" sz="1400" dirty="0"/>
          </a:p>
        </p:txBody>
      </p:sp>
      <p:sp>
        <p:nvSpPr>
          <p:cNvPr id="18" name="텍스트 개체 틀 2">
            <a:extLst>
              <a:ext uri="{FF2B5EF4-FFF2-40B4-BE49-F238E27FC236}">
                <a16:creationId xmlns:a16="http://schemas.microsoft.com/office/drawing/2014/main" id="{8B9DB945-927F-4886-AAA2-41ED5C265A79}"/>
              </a:ext>
            </a:extLst>
          </p:cNvPr>
          <p:cNvSpPr>
            <a:spLocks noGrp="1"/>
          </p:cNvSpPr>
          <p:nvPr>
            <p:custDataLst>
              <p:tags r:id="rId8"/>
            </p:custDataLst>
          </p:nvPr>
        </p:nvSpPr>
        <p:spPr bwMode="auto">
          <a:xfrm>
            <a:off x="990600"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9346820-4ADF-416C-9B79-7E57E920D874}" type="datetime'''''''''''''''''''''''''''3'''''''''''''''''''''''''''''''''">
              <a:rPr lang="ko-KR" altLang="en-US" sz="1400" smtClean="0"/>
              <a:pPr marL="0" indent="0" algn="ctr">
                <a:spcBef>
                  <a:spcPct val="0"/>
                </a:spcBef>
                <a:spcAft>
                  <a:spcPct val="0"/>
                </a:spcAft>
                <a:buNone/>
              </a:pPr>
              <a:t>3</a:t>
            </a:fld>
            <a:endParaRPr lang="ko-KR" altLang="en-US" sz="1400" dirty="0"/>
          </a:p>
        </p:txBody>
      </p:sp>
      <p:sp useBgFill="1">
        <p:nvSpPr>
          <p:cNvPr id="84" name="텍스트 개체 틀 2">
            <a:extLst>
              <a:ext uri="{FF2B5EF4-FFF2-40B4-BE49-F238E27FC236}">
                <a16:creationId xmlns:a16="http://schemas.microsoft.com/office/drawing/2014/main" id="{D21C11D8-1331-4C90-A22B-E4D053FF89A5}"/>
              </a:ext>
            </a:extLst>
          </p:cNvPr>
          <p:cNvSpPr>
            <a:spLocks noGrp="1"/>
          </p:cNvSpPr>
          <p:nvPr>
            <p:custDataLst>
              <p:tags r:id="rId9"/>
            </p:custDataLst>
          </p:nvPr>
        </p:nvSpPr>
        <p:spPr bwMode="gray">
          <a:xfrm>
            <a:off x="3984625" y="3038475"/>
            <a:ext cx="493713"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B4F12EA-3575-4162-BBCE-8DAD5059F9DC}" type="datetime'''''''''1'''''''''''''''''''''''',''''''7''''''''''3''''''9'''">
              <a:rPr lang="ko-KR" altLang="en-US" sz="1400" smtClean="0"/>
              <a:pPr marL="0" indent="0" algn="ctr">
                <a:spcBef>
                  <a:spcPct val="0"/>
                </a:spcBef>
                <a:spcAft>
                  <a:spcPct val="0"/>
                </a:spcAft>
                <a:buNone/>
              </a:pPr>
              <a:t>1,739</a:t>
            </a:fld>
            <a:endParaRPr lang="ko-KR" altLang="en-US" sz="1400" dirty="0"/>
          </a:p>
        </p:txBody>
      </p:sp>
      <p:sp>
        <p:nvSpPr>
          <p:cNvPr id="24" name="텍스트 개체 틀 2">
            <a:extLst>
              <a:ext uri="{FF2B5EF4-FFF2-40B4-BE49-F238E27FC236}">
                <a16:creationId xmlns:a16="http://schemas.microsoft.com/office/drawing/2014/main" id="{8525C58E-AEBB-4928-A572-878CBCA55E19}"/>
              </a:ext>
            </a:extLst>
          </p:cNvPr>
          <p:cNvSpPr>
            <a:spLocks noGrp="1"/>
          </p:cNvSpPr>
          <p:nvPr>
            <p:custDataLst>
              <p:tags r:id="rId10"/>
            </p:custDataLst>
          </p:nvPr>
        </p:nvSpPr>
        <p:spPr bwMode="auto">
          <a:xfrm>
            <a:off x="2582863"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731C837-64D3-4A39-AEFF-0068994643FA}" type="datetime'''''''''''''''''''''''''''''''''''''''''''''7'''''''''''">
              <a:rPr lang="ko-KR" altLang="en-US" sz="1400" smtClean="0"/>
              <a:pPr/>
              <a:t>7</a:t>
            </a:fld>
            <a:endParaRPr lang="ko-KR" altLang="en-US" sz="1400" dirty="0"/>
          </a:p>
        </p:txBody>
      </p:sp>
      <p:sp>
        <p:nvSpPr>
          <p:cNvPr id="21" name="텍스트 개체 틀 2">
            <a:extLst>
              <a:ext uri="{FF2B5EF4-FFF2-40B4-BE49-F238E27FC236}">
                <a16:creationId xmlns:a16="http://schemas.microsoft.com/office/drawing/2014/main" id="{FA2AC9E1-43F1-46A0-93EE-B5998FA13E4F}"/>
              </a:ext>
            </a:extLst>
          </p:cNvPr>
          <p:cNvSpPr>
            <a:spLocks noGrp="1"/>
          </p:cNvSpPr>
          <p:nvPr>
            <p:custDataLst>
              <p:tags r:id="rId11"/>
            </p:custDataLst>
          </p:nvPr>
        </p:nvSpPr>
        <p:spPr bwMode="auto">
          <a:xfrm>
            <a:off x="1787525"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7924F5E-97AF-4686-99FE-777750EC21A5}" type="datetime'''''''''''''''''''''''''''''''''''''''''''''''''''''''5'''''''">
              <a:rPr lang="ko-KR" altLang="en-US" sz="1400" smtClean="0"/>
              <a:pPr/>
              <a:t>5</a:t>
            </a:fld>
            <a:endParaRPr lang="ko-KR" altLang="en-US" sz="1400" dirty="0"/>
          </a:p>
        </p:txBody>
      </p:sp>
      <p:sp>
        <p:nvSpPr>
          <p:cNvPr id="26" name="텍스트 개체 틀 2">
            <a:extLst>
              <a:ext uri="{FF2B5EF4-FFF2-40B4-BE49-F238E27FC236}">
                <a16:creationId xmlns:a16="http://schemas.microsoft.com/office/drawing/2014/main" id="{E3699481-BD68-4AA0-889A-57FF30FE5B68}"/>
              </a:ext>
            </a:extLst>
          </p:cNvPr>
          <p:cNvSpPr>
            <a:spLocks noGrp="1"/>
          </p:cNvSpPr>
          <p:nvPr>
            <p:custDataLst>
              <p:tags r:id="rId12"/>
            </p:custDataLst>
          </p:nvPr>
        </p:nvSpPr>
        <p:spPr bwMode="auto">
          <a:xfrm>
            <a:off x="3378200"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8C5C18B-33B3-4710-B77A-7405109BE699}" type="datetime'''''''''''''''''''''''''''''''''''''''''''''''''''9'''''''">
              <a:rPr lang="ko-KR" altLang="en-US" sz="1400" smtClean="0"/>
              <a:pPr/>
              <a:t>9</a:t>
            </a:fld>
            <a:endParaRPr lang="ko-KR" altLang="en-US" sz="1400" dirty="0"/>
          </a:p>
        </p:txBody>
      </p:sp>
      <p:sp>
        <p:nvSpPr>
          <p:cNvPr id="38" name="텍스트 개체 틀 2">
            <a:extLst>
              <a:ext uri="{FF2B5EF4-FFF2-40B4-BE49-F238E27FC236}">
                <a16:creationId xmlns:a16="http://schemas.microsoft.com/office/drawing/2014/main" id="{CF25AA3E-4101-443C-B891-5780D484D48E}"/>
              </a:ext>
            </a:extLst>
          </p:cNvPr>
          <p:cNvSpPr>
            <a:spLocks noGrp="1"/>
          </p:cNvSpPr>
          <p:nvPr>
            <p:custDataLst>
              <p:tags r:id="rId13"/>
            </p:custDataLst>
          </p:nvPr>
        </p:nvSpPr>
        <p:spPr bwMode="auto">
          <a:xfrm>
            <a:off x="5765800"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BEE5C95-F46C-46A6-9F47-A2EDEAA6EEC7}" type="datetime'''''''''''''''''''''''''''''''''''''''''''''''''''''''''''3'">
              <a:rPr lang="ko-KR" altLang="en-US" sz="1400" smtClean="0"/>
              <a:pPr/>
              <a:t>3</a:t>
            </a:fld>
            <a:endParaRPr lang="ko-KR" altLang="en-US" sz="1400" dirty="0"/>
          </a:p>
        </p:txBody>
      </p:sp>
      <p:sp useBgFill="1">
        <p:nvSpPr>
          <p:cNvPr id="86" name="텍스트 개체 틀 2">
            <a:extLst>
              <a:ext uri="{FF2B5EF4-FFF2-40B4-BE49-F238E27FC236}">
                <a16:creationId xmlns:a16="http://schemas.microsoft.com/office/drawing/2014/main" id="{B1887EEB-C915-4FF5-B1F7-189A32B2C06A}"/>
              </a:ext>
            </a:extLst>
          </p:cNvPr>
          <p:cNvSpPr>
            <a:spLocks noGrp="1"/>
          </p:cNvSpPr>
          <p:nvPr>
            <p:custDataLst>
              <p:tags r:id="rId14"/>
            </p:custDataLst>
          </p:nvPr>
        </p:nvSpPr>
        <p:spPr bwMode="gray">
          <a:xfrm>
            <a:off x="6370638" y="2187575"/>
            <a:ext cx="493713"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9AB0751-FF06-4B05-9ED0-797E3F08CD1B}" type="datetime'3'''''',''''''''07''9'''''''''''''''''''''">
              <a:rPr lang="ko-KR" altLang="en-US" sz="1400" smtClean="0"/>
              <a:pPr marL="0" indent="0" algn="ctr">
                <a:spcBef>
                  <a:spcPct val="0"/>
                </a:spcBef>
                <a:spcAft>
                  <a:spcPct val="0"/>
                </a:spcAft>
                <a:buNone/>
              </a:pPr>
              <a:t>3,079</a:t>
            </a:fld>
            <a:endParaRPr lang="ko-KR" altLang="en-US" sz="1400" dirty="0"/>
          </a:p>
        </p:txBody>
      </p:sp>
      <p:sp>
        <p:nvSpPr>
          <p:cNvPr id="42" name="텍스트 개체 틀 2">
            <a:extLst>
              <a:ext uri="{FF2B5EF4-FFF2-40B4-BE49-F238E27FC236}">
                <a16:creationId xmlns:a16="http://schemas.microsoft.com/office/drawing/2014/main" id="{22CCFC17-A2F7-4EC3-897D-0DF95BD217CE}"/>
              </a:ext>
            </a:extLst>
          </p:cNvPr>
          <p:cNvSpPr>
            <a:spLocks noGrp="1"/>
          </p:cNvSpPr>
          <p:nvPr>
            <p:custDataLst>
              <p:tags r:id="rId15"/>
            </p:custDataLst>
          </p:nvPr>
        </p:nvSpPr>
        <p:spPr bwMode="auto">
          <a:xfrm>
            <a:off x="6561138"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1D3FBE9-F593-4A5E-9944-A3CC2EE0FDD6}" type="datetime'''''''''''''''''''''''''''''''''''''''''''''5'''">
              <a:rPr lang="ko-KR" altLang="en-US" sz="1400" smtClean="0"/>
              <a:pPr/>
              <a:t>5</a:t>
            </a:fld>
            <a:endParaRPr lang="ko-KR" altLang="en-US" sz="1400" dirty="0"/>
          </a:p>
        </p:txBody>
      </p:sp>
      <p:sp>
        <p:nvSpPr>
          <p:cNvPr id="44" name="텍스트 개체 틀 2">
            <a:extLst>
              <a:ext uri="{FF2B5EF4-FFF2-40B4-BE49-F238E27FC236}">
                <a16:creationId xmlns:a16="http://schemas.microsoft.com/office/drawing/2014/main" id="{CBFD9489-B2C9-4A68-9DA1-23E6FB72D4CD}"/>
              </a:ext>
            </a:extLst>
          </p:cNvPr>
          <p:cNvSpPr>
            <a:spLocks noGrp="1"/>
          </p:cNvSpPr>
          <p:nvPr>
            <p:custDataLst>
              <p:tags r:id="rId16"/>
            </p:custDataLst>
          </p:nvPr>
        </p:nvSpPr>
        <p:spPr bwMode="auto">
          <a:xfrm>
            <a:off x="7358063" y="4491038"/>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4EF5061-C3D8-4BAD-B7D7-B2528E035FB9}" type="datetime'''''''''''''''''''''''''''''''''''''''7'''''''''''''''''''">
              <a:rPr lang="ko-KR" altLang="en-US" sz="1400" smtClean="0"/>
              <a:pPr/>
              <a:t>7</a:t>
            </a:fld>
            <a:endParaRPr lang="ko-KR" altLang="en-US" sz="1400" dirty="0"/>
          </a:p>
        </p:txBody>
      </p:sp>
      <p:sp>
        <p:nvSpPr>
          <p:cNvPr id="48" name="텍스트 개체 틀 2">
            <a:extLst>
              <a:ext uri="{FF2B5EF4-FFF2-40B4-BE49-F238E27FC236}">
                <a16:creationId xmlns:a16="http://schemas.microsoft.com/office/drawing/2014/main" id="{CE15B1D0-0096-444D-A3FB-B9AFA182D334}"/>
              </a:ext>
            </a:extLst>
          </p:cNvPr>
          <p:cNvSpPr>
            <a:spLocks noGrp="1"/>
          </p:cNvSpPr>
          <p:nvPr>
            <p:custDataLst>
              <p:tags r:id="rId17"/>
            </p:custDataLst>
          </p:nvPr>
        </p:nvSpPr>
        <p:spPr bwMode="auto">
          <a:xfrm>
            <a:off x="8139112" y="4491037"/>
            <a:ext cx="1397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9F1E06-5337-43DC-9473-0529356CE0C5}" type="datetime'''''''''''''''''''''''''''''''''''''''''''''9'''''''">
              <a:rPr lang="ko-KR" altLang="en-US" b="1" smtClean="0">
                <a:solidFill>
                  <a:srgbClr val="FFC000"/>
                </a:solidFill>
              </a:rPr>
              <a:pPr/>
              <a:t>9</a:t>
            </a:fld>
            <a:endParaRPr lang="ko-KR" altLang="en-US" b="1" dirty="0">
              <a:solidFill>
                <a:srgbClr val="FFC000"/>
              </a:solidFill>
            </a:endParaRPr>
          </a:p>
        </p:txBody>
      </p:sp>
    </p:spTree>
    <p:extLst>
      <p:ext uri="{BB962C8B-B14F-4D97-AF65-F5344CB8AC3E}">
        <p14:creationId xmlns:p14="http://schemas.microsoft.com/office/powerpoint/2010/main" val="1923749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65703"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r>
              <a:rPr lang="en-US" altLang="ko-KR" dirty="0"/>
              <a:t>TA</a:t>
            </a:r>
            <a:r>
              <a:rPr lang="ko-KR" altLang="en-US" dirty="0"/>
              <a:t>의 성장 공식</a:t>
            </a:r>
          </a:p>
        </p:txBody>
      </p:sp>
      <p:sp>
        <p:nvSpPr>
          <p:cNvPr id="8" name="rect_21">
            <a:extLst>
              <a:ext uri="{FF2B5EF4-FFF2-40B4-BE49-F238E27FC236}">
                <a16:creationId xmlns:a16="http://schemas.microsoft.com/office/drawing/2014/main" id="{E83E9FEB-E892-413D-8ECC-9C0EB53C8572}"/>
              </a:ext>
            </a:extLst>
          </p:cNvPr>
          <p:cNvSpPr/>
          <p:nvPr/>
        </p:nvSpPr>
        <p:spPr>
          <a:xfrm>
            <a:off x="305589" y="3918915"/>
            <a:ext cx="1978611" cy="792086"/>
          </a:xfrm>
          <a:prstGeom prst="rect">
            <a:avLst/>
          </a:prstGeom>
          <a:solidFill>
            <a:srgbClr val="141414"/>
          </a:solidFill>
          <a:ln w="28575">
            <a:solidFill>
              <a:srgbClr val="FFFFFF"/>
            </a:solidFill>
            <a:prstDash val="solid"/>
          </a:ln>
        </p:spPr>
        <p:txBody>
          <a:bodyPr/>
          <a:lstStyle/>
          <a:p>
            <a:pPr algn="ctr"/>
            <a:endParaRPr lang="ko-KR" altLang="en-US" dirty="0"/>
          </a:p>
        </p:txBody>
      </p:sp>
      <p:sp>
        <p:nvSpPr>
          <p:cNvPr id="48" name="TextBox 47">
            <a:extLst>
              <a:ext uri="{FF2B5EF4-FFF2-40B4-BE49-F238E27FC236}">
                <a16:creationId xmlns:a16="http://schemas.microsoft.com/office/drawing/2014/main" id="{FD0845F0-E57C-43EE-91E7-807E49B4B883}"/>
              </a:ext>
            </a:extLst>
          </p:cNvPr>
          <p:cNvSpPr txBox="1"/>
          <p:nvPr/>
        </p:nvSpPr>
        <p:spPr>
          <a:xfrm>
            <a:off x="1077060" y="4176458"/>
            <a:ext cx="512961" cy="307777"/>
          </a:xfrm>
          <a:prstGeom prst="rect">
            <a:avLst/>
          </a:prstGeom>
          <a:noFill/>
        </p:spPr>
        <p:txBody>
          <a:bodyPr wrap="none" lIns="0" tIns="0" rIns="0" bIns="0" rtlCol="0">
            <a:spAutoFit/>
          </a:bodyPr>
          <a:lstStyle/>
          <a:p>
            <a:pPr eaLnBrk="0" latinLnBrk="0" hangingPunct="0"/>
            <a:r>
              <a:rPr lang="ko-KR" altLang="en-US" sz="2000" b="1" dirty="0">
                <a:solidFill>
                  <a:srgbClr val="FFC000"/>
                </a:solidFill>
                <a:latin typeface="Arial" pitchFamily="34" charset="0"/>
              </a:rPr>
              <a:t>도입</a:t>
            </a:r>
            <a:endParaRPr lang="en-US" altLang="ko-KR" sz="1400" b="1" dirty="0">
              <a:solidFill>
                <a:srgbClr val="FFC000"/>
              </a:solidFill>
              <a:latin typeface="Arial" pitchFamily="34" charset="0"/>
              <a:cs typeface="Arial" pitchFamily="34" charset="0"/>
            </a:endParaRPr>
          </a:p>
        </p:txBody>
      </p:sp>
      <p:sp>
        <p:nvSpPr>
          <p:cNvPr id="22" name="rect_21">
            <a:extLst>
              <a:ext uri="{FF2B5EF4-FFF2-40B4-BE49-F238E27FC236}">
                <a16:creationId xmlns:a16="http://schemas.microsoft.com/office/drawing/2014/main" id="{F4D0EFF3-D79D-4822-BCD6-97B9340925AE}"/>
              </a:ext>
            </a:extLst>
          </p:cNvPr>
          <p:cNvSpPr/>
          <p:nvPr/>
        </p:nvSpPr>
        <p:spPr>
          <a:xfrm>
            <a:off x="6911469" y="1131887"/>
            <a:ext cx="1978611" cy="3579113"/>
          </a:xfrm>
          <a:prstGeom prst="rect">
            <a:avLst/>
          </a:prstGeom>
          <a:solidFill>
            <a:srgbClr val="141414"/>
          </a:solidFill>
          <a:ln w="28575">
            <a:solidFill>
              <a:srgbClr val="FFFFFF"/>
            </a:solidFill>
            <a:prstDash val="solid"/>
          </a:ln>
        </p:spPr>
        <p:txBody>
          <a:bodyPr/>
          <a:lstStyle/>
          <a:p>
            <a:pPr algn="ctr"/>
            <a:endParaRPr lang="ko-KR" altLang="en-US" dirty="0"/>
          </a:p>
        </p:txBody>
      </p:sp>
      <p:sp>
        <p:nvSpPr>
          <p:cNvPr id="24" name="rect_21">
            <a:extLst>
              <a:ext uri="{FF2B5EF4-FFF2-40B4-BE49-F238E27FC236}">
                <a16:creationId xmlns:a16="http://schemas.microsoft.com/office/drawing/2014/main" id="{1FB5F97E-6A6F-4133-8145-8A84D3440409}"/>
              </a:ext>
            </a:extLst>
          </p:cNvPr>
          <p:cNvSpPr/>
          <p:nvPr/>
        </p:nvSpPr>
        <p:spPr>
          <a:xfrm>
            <a:off x="2508583" y="3003897"/>
            <a:ext cx="1978611" cy="1707103"/>
          </a:xfrm>
          <a:prstGeom prst="rect">
            <a:avLst/>
          </a:prstGeom>
          <a:solidFill>
            <a:srgbClr val="141414"/>
          </a:solidFill>
          <a:ln w="28575">
            <a:solidFill>
              <a:srgbClr val="FFFFFF"/>
            </a:solidFill>
            <a:prstDash val="solid"/>
          </a:ln>
        </p:spPr>
        <p:txBody>
          <a:bodyPr/>
          <a:lstStyle/>
          <a:p>
            <a:pPr algn="ctr"/>
            <a:endParaRPr lang="ko-KR" altLang="en-US" dirty="0"/>
          </a:p>
        </p:txBody>
      </p:sp>
      <p:sp>
        <p:nvSpPr>
          <p:cNvPr id="27" name="rect_21">
            <a:extLst>
              <a:ext uri="{FF2B5EF4-FFF2-40B4-BE49-F238E27FC236}">
                <a16:creationId xmlns:a16="http://schemas.microsoft.com/office/drawing/2014/main" id="{CA7481D7-032E-46CB-9D78-E1FBA00357B2}"/>
              </a:ext>
            </a:extLst>
          </p:cNvPr>
          <p:cNvSpPr/>
          <p:nvPr/>
        </p:nvSpPr>
        <p:spPr>
          <a:xfrm>
            <a:off x="4713467" y="2081610"/>
            <a:ext cx="1978611" cy="2629390"/>
          </a:xfrm>
          <a:prstGeom prst="rect">
            <a:avLst/>
          </a:prstGeom>
          <a:solidFill>
            <a:srgbClr val="141414"/>
          </a:solidFill>
          <a:ln w="28575">
            <a:solidFill>
              <a:srgbClr val="FFFFFF"/>
            </a:solidFill>
            <a:prstDash val="solid"/>
          </a:ln>
        </p:spPr>
        <p:txBody>
          <a:bodyPr/>
          <a:lstStyle/>
          <a:p>
            <a:pPr algn="ctr"/>
            <a:endParaRPr lang="ko-KR" altLang="en-US" dirty="0"/>
          </a:p>
        </p:txBody>
      </p:sp>
      <p:sp>
        <p:nvSpPr>
          <p:cNvPr id="28" name="TextBox 27">
            <a:extLst>
              <a:ext uri="{FF2B5EF4-FFF2-40B4-BE49-F238E27FC236}">
                <a16:creationId xmlns:a16="http://schemas.microsoft.com/office/drawing/2014/main" id="{A1D34DFB-22FD-405D-95EA-9DCEB1253594}"/>
              </a:ext>
            </a:extLst>
          </p:cNvPr>
          <p:cNvSpPr txBox="1"/>
          <p:nvPr/>
        </p:nvSpPr>
        <p:spPr>
          <a:xfrm>
            <a:off x="2657914" y="3262112"/>
            <a:ext cx="1679947" cy="307777"/>
          </a:xfrm>
          <a:prstGeom prst="rect">
            <a:avLst/>
          </a:prstGeom>
          <a:noFill/>
        </p:spPr>
        <p:txBody>
          <a:bodyPr wrap="none" lIns="0" tIns="0" rIns="0" bIns="0" rtlCol="0">
            <a:spAutoFit/>
          </a:bodyPr>
          <a:lstStyle/>
          <a:p>
            <a:pPr eaLnBrk="0" latinLnBrk="0" hangingPunct="0"/>
            <a:r>
              <a:rPr lang="ko-KR" altLang="en-US" sz="2000" b="1" dirty="0">
                <a:solidFill>
                  <a:srgbClr val="FFC000"/>
                </a:solidFill>
                <a:latin typeface="Arial" pitchFamily="34" charset="0"/>
              </a:rPr>
              <a:t>신인 매출 성장</a:t>
            </a:r>
            <a:endParaRPr lang="en-US" altLang="ko-KR" sz="1400" b="1" dirty="0">
              <a:solidFill>
                <a:srgbClr val="FFC000"/>
              </a:solidFill>
              <a:latin typeface="Arial" pitchFamily="34" charset="0"/>
              <a:cs typeface="Arial" pitchFamily="34" charset="0"/>
            </a:endParaRPr>
          </a:p>
        </p:txBody>
      </p:sp>
      <p:sp>
        <p:nvSpPr>
          <p:cNvPr id="29" name="TextBox 28">
            <a:extLst>
              <a:ext uri="{FF2B5EF4-FFF2-40B4-BE49-F238E27FC236}">
                <a16:creationId xmlns:a16="http://schemas.microsoft.com/office/drawing/2014/main" id="{5E6A6DC4-645D-4EB5-83F5-A233D860B218}"/>
              </a:ext>
            </a:extLst>
          </p:cNvPr>
          <p:cNvSpPr txBox="1"/>
          <p:nvPr/>
        </p:nvSpPr>
        <p:spPr>
          <a:xfrm>
            <a:off x="4862798" y="2376623"/>
            <a:ext cx="1679947" cy="307777"/>
          </a:xfrm>
          <a:prstGeom prst="rect">
            <a:avLst/>
          </a:prstGeom>
          <a:noFill/>
        </p:spPr>
        <p:txBody>
          <a:bodyPr wrap="none" lIns="0" tIns="0" rIns="0" bIns="0" rtlCol="0">
            <a:spAutoFit/>
          </a:bodyPr>
          <a:lstStyle/>
          <a:p>
            <a:pPr eaLnBrk="0" latinLnBrk="0" hangingPunct="0"/>
            <a:r>
              <a:rPr lang="ko-KR" altLang="en-US" sz="2000" b="1" dirty="0">
                <a:solidFill>
                  <a:srgbClr val="FFC000"/>
                </a:solidFill>
                <a:latin typeface="Arial" pitchFamily="34" charset="0"/>
              </a:rPr>
              <a:t>전체 매출 성장</a:t>
            </a:r>
            <a:endParaRPr lang="en-US" altLang="ko-KR" sz="1400" b="1" dirty="0">
              <a:solidFill>
                <a:srgbClr val="FFC000"/>
              </a:solidFill>
              <a:latin typeface="Arial" pitchFamily="34" charset="0"/>
              <a:cs typeface="Arial" pitchFamily="34" charset="0"/>
            </a:endParaRPr>
          </a:p>
        </p:txBody>
      </p:sp>
      <p:sp>
        <p:nvSpPr>
          <p:cNvPr id="30" name="TextBox 29">
            <a:extLst>
              <a:ext uri="{FF2B5EF4-FFF2-40B4-BE49-F238E27FC236}">
                <a16:creationId xmlns:a16="http://schemas.microsoft.com/office/drawing/2014/main" id="{8CB15FC6-77FB-4491-88E2-96D088726EC7}"/>
              </a:ext>
            </a:extLst>
          </p:cNvPr>
          <p:cNvSpPr txBox="1"/>
          <p:nvPr/>
        </p:nvSpPr>
        <p:spPr>
          <a:xfrm>
            <a:off x="7669941" y="1389431"/>
            <a:ext cx="512961" cy="307777"/>
          </a:xfrm>
          <a:prstGeom prst="rect">
            <a:avLst/>
          </a:prstGeom>
          <a:noFill/>
        </p:spPr>
        <p:txBody>
          <a:bodyPr wrap="none" lIns="0" tIns="0" rIns="0" bIns="0" rtlCol="0">
            <a:spAutoFit/>
          </a:bodyPr>
          <a:lstStyle/>
          <a:p>
            <a:pPr eaLnBrk="0" latinLnBrk="0" hangingPunct="0"/>
            <a:r>
              <a:rPr lang="ko-KR" altLang="en-US" sz="2000" b="1" dirty="0">
                <a:solidFill>
                  <a:srgbClr val="FFC000"/>
                </a:solidFill>
                <a:latin typeface="Arial" pitchFamily="34" charset="0"/>
              </a:rPr>
              <a:t>분할</a:t>
            </a:r>
            <a:endParaRPr lang="en-US" altLang="ko-KR" sz="1400" b="1" dirty="0">
              <a:solidFill>
                <a:srgbClr val="FFC000"/>
              </a:solidFill>
              <a:latin typeface="Arial" pitchFamily="34" charset="0"/>
              <a:cs typeface="Arial" pitchFamily="34" charset="0"/>
            </a:endParaRPr>
          </a:p>
        </p:txBody>
      </p:sp>
      <p:sp>
        <p:nvSpPr>
          <p:cNvPr id="38" name="TextBox 37">
            <a:extLst>
              <a:ext uri="{FF2B5EF4-FFF2-40B4-BE49-F238E27FC236}">
                <a16:creationId xmlns:a16="http://schemas.microsoft.com/office/drawing/2014/main" id="{88980377-0620-4CAD-BDDA-49BB47C324E2}"/>
              </a:ext>
            </a:extLst>
          </p:cNvPr>
          <p:cNvSpPr txBox="1"/>
          <p:nvPr/>
        </p:nvSpPr>
        <p:spPr>
          <a:xfrm>
            <a:off x="287338" y="1500038"/>
            <a:ext cx="3786293" cy="307777"/>
          </a:xfrm>
          <a:prstGeom prst="rect">
            <a:avLst/>
          </a:prstGeom>
          <a:noFill/>
        </p:spPr>
        <p:txBody>
          <a:bodyPr wrap="none" lIns="0" tIns="0" rIns="0" bIns="0" rtlCol="0">
            <a:spAutoFit/>
          </a:bodyPr>
          <a:lstStyle/>
          <a:p>
            <a:pPr eaLnBrk="0" latinLnBrk="0" hangingPunct="0"/>
            <a:r>
              <a:rPr lang="en-US" altLang="ko-KR" sz="2000" b="1" dirty="0">
                <a:solidFill>
                  <a:srgbClr val="FFC000"/>
                </a:solidFill>
                <a:latin typeface="Arial" pitchFamily="34" charset="0"/>
              </a:rPr>
              <a:t>(</a:t>
            </a:r>
            <a:r>
              <a:rPr lang="ko-KR" altLang="en-US" sz="2000" b="1" dirty="0">
                <a:solidFill>
                  <a:srgbClr val="FFC000"/>
                </a:solidFill>
                <a:latin typeface="Arial" pitchFamily="34" charset="0"/>
              </a:rPr>
              <a:t>막대가 하나씩 솟아 오르는 연출</a:t>
            </a:r>
            <a:r>
              <a:rPr lang="en-US" altLang="ko-KR" sz="2000" b="1" dirty="0">
                <a:solidFill>
                  <a:srgbClr val="FFC000"/>
                </a:solidFill>
                <a:latin typeface="Arial" pitchFamily="34" charset="0"/>
              </a:rPr>
              <a:t>)</a:t>
            </a:r>
            <a:endParaRPr lang="en-US" altLang="ko-KR" sz="1400" b="1" dirty="0">
              <a:solidFill>
                <a:srgbClr val="FFC000"/>
              </a:solidFill>
              <a:latin typeface="Arial" pitchFamily="34" charset="0"/>
              <a:cs typeface="Arial" pitchFamily="34" charset="0"/>
            </a:endParaRPr>
          </a:p>
        </p:txBody>
      </p:sp>
    </p:spTree>
    <p:extLst>
      <p:ext uri="{BB962C8B-B14F-4D97-AF65-F5344CB8AC3E}">
        <p14:creationId xmlns:p14="http://schemas.microsoft.com/office/powerpoint/2010/main" val="4152707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경기광주 김도섭 본부장 / 1 / 황금의 문을 여는 개척자" descr="경기광주 김도섭 본부장 — 황금의 문을 여는 개척자"/>
          <p:cNvPicPr>
            <a:picLocks noChangeAspect="1"/>
          </p:cNvPicPr>
          <p:nvPr/>
        </p:nvPicPr>
        <p:blipFill>
          <a:blip r:embed="rId3"/>
          <a:stretch>
            <a:fillRect/>
          </a:stretch>
        </p:blipFill>
        <p:spPr>
          <a:xfrm>
            <a:off x="2429" y="0"/>
            <a:ext cx="9139142"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1484752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61608" name="think-cell Slide" r:id="rId26" imgW="381" imgH="381" progId="TCLayout.ActiveDocument.1">
                  <p:embed/>
                </p:oleObj>
              </mc:Choice>
              <mc:Fallback>
                <p:oleObj name="think-cell Slide" r:id="rId26"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ko-KR" altLang="en-US" dirty="0"/>
              <a:t>전체 도입 누적 </a:t>
            </a:r>
            <a:r>
              <a:rPr lang="en-US" altLang="ko-KR" dirty="0"/>
              <a:t>288</a:t>
            </a:r>
            <a:r>
              <a:rPr lang="ko-KR" altLang="en-US" dirty="0"/>
              <a:t>명 도입</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3718967" cy="461665"/>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경기광주</a:t>
            </a:r>
            <a:r>
              <a:rPr lang="ko-KR" altLang="en-US" b="1" dirty="0">
                <a:latin typeface="Arial" pitchFamily="34" charset="0"/>
              </a:rPr>
              <a:t> 프랜차이즈 전체 도입 누계</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명</a:t>
            </a:r>
            <a:r>
              <a:rPr lang="en-US" altLang="ko-KR" sz="1200" b="1" dirty="0">
                <a:latin typeface="Arial" pitchFamily="34" charset="0"/>
                <a:cs typeface="Arial" pitchFamily="34" charset="0"/>
              </a:rPr>
              <a:t>, ’25.1</a:t>
            </a:r>
            <a:r>
              <a:rPr lang="ko-KR" altLang="en-US" sz="1200" b="1" dirty="0">
                <a:latin typeface="Arial" pitchFamily="34" charset="0"/>
                <a:cs typeface="Arial" pitchFamily="34" charset="0"/>
              </a:rPr>
              <a:t>월 이후 도입 인원</a:t>
            </a:r>
            <a:endParaRPr lang="en-US" altLang="ko-KR" sz="1200" b="1" dirty="0">
              <a:latin typeface="Arial" pitchFamily="34" charset="0"/>
              <a:cs typeface="Arial" pitchFamily="34" charset="0"/>
            </a:endParaRPr>
          </a:p>
        </p:txBody>
      </p:sp>
      <p:graphicFrame>
        <p:nvGraphicFramePr>
          <p:cNvPr id="74" name="Chart 3">
            <a:extLst>
              <a:ext uri="{FF2B5EF4-FFF2-40B4-BE49-F238E27FC236}">
                <a16:creationId xmlns:a16="http://schemas.microsoft.com/office/drawing/2014/main" id="{B51B9BFD-B4A6-45E4-89DA-CBF3AF18F1E0}"/>
              </a:ext>
            </a:extLst>
          </p:cNvPr>
          <p:cNvGraphicFramePr/>
          <p:nvPr>
            <p:custDataLst>
              <p:tags r:id="rId3"/>
            </p:custDataLst>
            <p:extLst>
              <p:ext uri="{D42A27DB-BD31-4B8C-83A1-F6EECF244321}">
                <p14:modId xmlns:p14="http://schemas.microsoft.com/office/powerpoint/2010/main" val="3763823992"/>
              </p:ext>
            </p:extLst>
          </p:nvPr>
        </p:nvGraphicFramePr>
        <p:xfrm>
          <a:off x="227013" y="1522413"/>
          <a:ext cx="8591550" cy="2944812"/>
        </p:xfrm>
        <a:graphic>
          <a:graphicData uri="http://schemas.openxmlformats.org/drawingml/2006/chart">
            <c:chart xmlns:c="http://schemas.openxmlformats.org/drawingml/2006/chart" xmlns:r="http://schemas.openxmlformats.org/officeDocument/2006/relationships" r:id="rId28"/>
          </a:graphicData>
        </a:graphic>
      </p:graphicFrame>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4"/>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5"/>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6"/>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7"/>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8"/>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9"/>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10"/>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11"/>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12"/>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3"/>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4"/>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15"/>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16"/>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17"/>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18"/>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19"/>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20"/>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21"/>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22"/>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23"/>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24"/>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Tree>
    <p:extLst>
      <p:ext uri="{BB962C8B-B14F-4D97-AF65-F5344CB8AC3E}">
        <p14:creationId xmlns:p14="http://schemas.microsoft.com/office/powerpoint/2010/main" val="2278229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4066638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62633" name="think-cell Slide" r:id="rId38" imgW="381" imgH="381" progId="TCLayout.ActiveDocument.1">
                  <p:embed/>
                </p:oleObj>
              </mc:Choice>
              <mc:Fallback>
                <p:oleObj name="think-cell Slide" r:id="rId38"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ko-KR" altLang="en-US" dirty="0"/>
              <a:t>이제 </a:t>
            </a:r>
            <a:r>
              <a:rPr lang="en-US" altLang="ko-KR" dirty="0"/>
              <a:t>5000</a:t>
            </a:r>
            <a:r>
              <a:rPr lang="ko-KR" altLang="en-US" dirty="0"/>
              <a:t>만원이 코 앞</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3193182" cy="461665"/>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경기광주</a:t>
            </a:r>
            <a:r>
              <a:rPr lang="ko-KR" altLang="en-US" b="1" dirty="0">
                <a:latin typeface="Arial" pitchFamily="34" charset="0"/>
              </a:rPr>
              <a:t> 프랜차이즈 전체 매출</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백만</a:t>
            </a:r>
            <a:endParaRPr lang="en-US" altLang="ko-KR" sz="1200" b="1" dirty="0">
              <a:latin typeface="Arial" pitchFamily="34" charset="0"/>
              <a:cs typeface="Arial" pitchFamily="34" charset="0"/>
            </a:endParaRPr>
          </a:p>
        </p:txBody>
      </p:sp>
      <p:graphicFrame>
        <p:nvGraphicFramePr>
          <p:cNvPr id="58" name="Chart 3">
            <a:extLst>
              <a:ext uri="{FF2B5EF4-FFF2-40B4-BE49-F238E27FC236}">
                <a16:creationId xmlns:a16="http://schemas.microsoft.com/office/drawing/2014/main" id="{0A9A43C3-0A95-4203-B070-146D654ADE98}"/>
              </a:ext>
            </a:extLst>
          </p:cNvPr>
          <p:cNvGraphicFramePr/>
          <p:nvPr>
            <p:custDataLst>
              <p:tags r:id="rId3"/>
            </p:custDataLst>
            <p:extLst>
              <p:ext uri="{D42A27DB-BD31-4B8C-83A1-F6EECF244321}">
                <p14:modId xmlns:p14="http://schemas.microsoft.com/office/powerpoint/2010/main" val="2301663472"/>
              </p:ext>
            </p:extLst>
          </p:nvPr>
        </p:nvGraphicFramePr>
        <p:xfrm>
          <a:off x="227013" y="1062038"/>
          <a:ext cx="8528050" cy="3405187"/>
        </p:xfrm>
        <a:graphic>
          <a:graphicData uri="http://schemas.openxmlformats.org/drawingml/2006/chart">
            <c:chart xmlns:c="http://schemas.openxmlformats.org/drawingml/2006/chart" xmlns:r="http://schemas.openxmlformats.org/officeDocument/2006/relationships" r:id="rId40"/>
          </a:graphicData>
        </a:graphic>
      </p:graphicFrame>
      <p:cxnSp>
        <p:nvCxnSpPr>
          <p:cNvPr id="8" name="직선 연결선 7">
            <a:extLst>
              <a:ext uri="{FF2B5EF4-FFF2-40B4-BE49-F238E27FC236}">
                <a16:creationId xmlns:a16="http://schemas.microsoft.com/office/drawing/2014/main" id="{17963E2D-C388-4778-93F1-6AF2EED1BE4C}"/>
              </a:ext>
            </a:extLst>
          </p:cNvPr>
          <p:cNvCxnSpPr/>
          <p:nvPr>
            <p:custDataLst>
              <p:tags r:id="rId4"/>
            </p:custDataLst>
          </p:nvPr>
        </p:nvCxnSpPr>
        <p:spPr bwMode="auto">
          <a:xfrm>
            <a:off x="309563" y="4056063"/>
            <a:ext cx="8391525"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FAD14D3C-FF79-4D41-AB8A-7C482992A8B0}"/>
              </a:ext>
            </a:extLst>
          </p:cNvPr>
          <p:cNvCxnSpPr/>
          <p:nvPr>
            <p:custDataLst>
              <p:tags r:id="rId5"/>
            </p:custDataLst>
          </p:nvPr>
        </p:nvCxnSpPr>
        <p:spPr bwMode="auto">
          <a:xfrm flipV="1">
            <a:off x="8658225" y="1420813"/>
            <a:ext cx="0" cy="2638425"/>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 name="직선 연결선 40">
            <a:extLst>
              <a:ext uri="{FF2B5EF4-FFF2-40B4-BE49-F238E27FC236}">
                <a16:creationId xmlns:a16="http://schemas.microsoft.com/office/drawing/2014/main" id="{B8890E70-BFC7-4BF9-A16C-9653BC3469C3}"/>
              </a:ext>
            </a:extLst>
          </p:cNvPr>
          <p:cNvCxnSpPr/>
          <p:nvPr>
            <p:custDataLst>
              <p:tags r:id="rId6"/>
            </p:custDataLst>
          </p:nvPr>
        </p:nvCxnSpPr>
        <p:spPr bwMode="auto">
          <a:xfrm>
            <a:off x="8582025" y="1423988"/>
            <a:ext cx="119063"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7"/>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8"/>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9"/>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10"/>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11"/>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2"/>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13"/>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14"/>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5"/>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16"/>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17"/>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18"/>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19"/>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20"/>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21"/>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22"/>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useBgFill="1">
        <p:nvSpPr>
          <p:cNvPr id="44" name="텍스트 개체 틀 2">
            <a:extLst>
              <a:ext uri="{FF2B5EF4-FFF2-40B4-BE49-F238E27FC236}">
                <a16:creationId xmlns:a16="http://schemas.microsoft.com/office/drawing/2014/main" id="{0FAD1ABD-277A-4051-9EE3-5174DA9959B4}"/>
              </a:ext>
            </a:extLst>
          </p:cNvPr>
          <p:cNvSpPr>
            <a:spLocks noGrp="1"/>
          </p:cNvSpPr>
          <p:nvPr>
            <p:custDataLst>
              <p:tags r:id="rId23"/>
            </p:custDataLst>
          </p:nvPr>
        </p:nvSpPr>
        <p:spPr bwMode="gray">
          <a:xfrm>
            <a:off x="4322763" y="2770188"/>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55440B7-E19A-47D0-A0BD-0DDA93F700BA}" type="datetime'''''''''''''''''''''''''''''''''''''''''''''''''''''''2''''3'">
              <a:rPr lang="ko-KR" altLang="en-US" sz="1400" smtClean="0"/>
              <a:pPr marL="0" indent="0" algn="ctr">
                <a:spcBef>
                  <a:spcPct val="0"/>
                </a:spcBef>
                <a:spcAft>
                  <a:spcPct val="0"/>
                </a:spcAft>
                <a:buNone/>
              </a:pPr>
              <a:t>23</a:t>
            </a:fld>
            <a:endParaRPr lang="ko-KR" altLang="en-US" sz="1400" dirty="0"/>
          </a:p>
        </p:txBody>
      </p:sp>
      <p:sp useBgFill="1">
        <p:nvSpPr>
          <p:cNvPr id="87" name="텍스트 개체 틀 2">
            <a:extLst>
              <a:ext uri="{FF2B5EF4-FFF2-40B4-BE49-F238E27FC236}">
                <a16:creationId xmlns:a16="http://schemas.microsoft.com/office/drawing/2014/main" id="{AB849695-551C-4FF1-A0B8-B805A6ADFD54}"/>
              </a:ext>
            </a:extLst>
          </p:cNvPr>
          <p:cNvSpPr>
            <a:spLocks noGrp="1"/>
          </p:cNvSpPr>
          <p:nvPr>
            <p:custDataLst>
              <p:tags r:id="rId24"/>
            </p:custDataLst>
          </p:nvPr>
        </p:nvSpPr>
        <p:spPr bwMode="gray">
          <a:xfrm>
            <a:off x="6804025" y="232251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4FEE2EC-8CE9-44EA-96EA-3C52AFC4D556}" type="datetime'''''''''''''''''''''''''''''''''''29'''''">
              <a:rPr lang="ko-KR" altLang="en-US" sz="1400" smtClean="0"/>
              <a:pPr/>
              <a:t>29</a:t>
            </a:fld>
            <a:endParaRPr lang="ko-KR" altLang="en-US" sz="1400" dirty="0"/>
          </a:p>
        </p:txBody>
      </p:sp>
      <p:sp useBgFill="1">
        <p:nvSpPr>
          <p:cNvPr id="85" name="텍스트 개체 틀 2">
            <a:extLst>
              <a:ext uri="{FF2B5EF4-FFF2-40B4-BE49-F238E27FC236}">
                <a16:creationId xmlns:a16="http://schemas.microsoft.com/office/drawing/2014/main" id="{9775E956-DF7A-4C4C-A4EA-C57F736C3AA5}"/>
              </a:ext>
            </a:extLst>
          </p:cNvPr>
          <p:cNvSpPr>
            <a:spLocks noGrp="1"/>
          </p:cNvSpPr>
          <p:nvPr>
            <p:custDataLst>
              <p:tags r:id="rId25"/>
            </p:custDataLst>
          </p:nvPr>
        </p:nvSpPr>
        <p:spPr bwMode="gray">
          <a:xfrm>
            <a:off x="8043863" y="182880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334EABFA-5147-4666-AA97-F68526B16C43}" type="datetime'''''''''''''''3''''''''''''5'''''''''''''''''''''''''''">
              <a:rPr lang="ko-KR" altLang="en-US" sz="1400" smtClean="0"/>
              <a:pPr/>
              <a:t>35</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26"/>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useBgFill="1">
        <p:nvSpPr>
          <p:cNvPr id="94" name="텍스트 개체 틀 2">
            <a:extLst>
              <a:ext uri="{FF2B5EF4-FFF2-40B4-BE49-F238E27FC236}">
                <a16:creationId xmlns:a16="http://schemas.microsoft.com/office/drawing/2014/main" id="{CE772B50-52CE-4F38-9D2F-E92121FA07A7}"/>
              </a:ext>
            </a:extLst>
          </p:cNvPr>
          <p:cNvSpPr>
            <a:spLocks noGrp="1"/>
          </p:cNvSpPr>
          <p:nvPr>
            <p:custDataLst>
              <p:tags r:id="rId27"/>
            </p:custDataLst>
          </p:nvPr>
        </p:nvSpPr>
        <p:spPr bwMode="gray">
          <a:xfrm>
            <a:off x="7631113" y="177482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896EE1B-E461-4E54-86EE-FFC101E8B816}" type="datetime'''''''''''''''''''''''''''''''36'''''''''''''''''''''''''''">
              <a:rPr lang="ko-KR" altLang="en-US" sz="1400" smtClean="0"/>
              <a:pPr/>
              <a:t>36</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28"/>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29"/>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30"/>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useBgFill="1">
        <p:nvSpPr>
          <p:cNvPr id="37" name="텍스트 개체 틀 2">
            <a:extLst>
              <a:ext uri="{FF2B5EF4-FFF2-40B4-BE49-F238E27FC236}">
                <a16:creationId xmlns:a16="http://schemas.microsoft.com/office/drawing/2014/main" id="{E1444295-E7A7-40C4-9997-C8005F475314}"/>
              </a:ext>
            </a:extLst>
          </p:cNvPr>
          <p:cNvSpPr>
            <a:spLocks noGrp="1"/>
          </p:cNvSpPr>
          <p:nvPr>
            <p:custDataLst>
              <p:tags r:id="rId31"/>
            </p:custDataLst>
          </p:nvPr>
        </p:nvSpPr>
        <p:spPr bwMode="gray">
          <a:xfrm>
            <a:off x="354013" y="3784600"/>
            <a:ext cx="14922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B9AF631-545F-4348-9305-6301CB8B7D93}" type="datetime'''''''''''''''''''''9'''''''">
              <a:rPr lang="ko-KR" altLang="en-US" sz="1400" smtClean="0"/>
              <a:pPr marL="0" indent="0" algn="ctr">
                <a:spcBef>
                  <a:spcPct val="0"/>
                </a:spcBef>
                <a:spcAft>
                  <a:spcPct val="0"/>
                </a:spcAft>
                <a:buNone/>
              </a:pPr>
              <a:t>9</a:t>
            </a:fld>
            <a:endParaRPr lang="ko-KR" altLang="en-US" sz="1400" dirty="0"/>
          </a:p>
        </p:txBody>
      </p:sp>
      <p:sp useBgFill="1">
        <p:nvSpPr>
          <p:cNvPr id="40" name="텍스트 개체 틀 2">
            <a:extLst>
              <a:ext uri="{FF2B5EF4-FFF2-40B4-BE49-F238E27FC236}">
                <a16:creationId xmlns:a16="http://schemas.microsoft.com/office/drawing/2014/main" id="{19F92128-3265-45B7-9BCD-ADF7B9758843}"/>
              </a:ext>
            </a:extLst>
          </p:cNvPr>
          <p:cNvSpPr>
            <a:spLocks noGrp="1"/>
          </p:cNvSpPr>
          <p:nvPr>
            <p:custDataLst>
              <p:tags r:id="rId32"/>
            </p:custDataLst>
          </p:nvPr>
        </p:nvSpPr>
        <p:spPr bwMode="gray">
          <a:xfrm>
            <a:off x="600075" y="339090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C0734FA-FEAE-40DC-BABC-597A3420BD7F}" type="datetime'''''''''''''1''''''''''''''5'''''''''''">
              <a:rPr lang="ko-KR" altLang="en-US" sz="1400" smtClean="0"/>
              <a:pPr marL="0" indent="0" algn="ctr">
                <a:spcBef>
                  <a:spcPct val="0"/>
                </a:spcBef>
                <a:spcAft>
                  <a:spcPct val="0"/>
                </a:spcAft>
                <a:buNone/>
              </a:pPr>
              <a:t>15</a:t>
            </a:fld>
            <a:endParaRPr lang="ko-KR" altLang="en-US" sz="1400" dirty="0"/>
          </a:p>
        </p:txBody>
      </p:sp>
      <p:sp useBgFill="1">
        <p:nvSpPr>
          <p:cNvPr id="42" name="텍스트 개체 틀 2">
            <a:extLst>
              <a:ext uri="{FF2B5EF4-FFF2-40B4-BE49-F238E27FC236}">
                <a16:creationId xmlns:a16="http://schemas.microsoft.com/office/drawing/2014/main" id="{86606F3C-B1BB-48FB-BE8D-1D67D0354929}"/>
              </a:ext>
            </a:extLst>
          </p:cNvPr>
          <p:cNvSpPr>
            <a:spLocks noGrp="1"/>
          </p:cNvSpPr>
          <p:nvPr>
            <p:custDataLst>
              <p:tags r:id="rId33"/>
            </p:custDataLst>
          </p:nvPr>
        </p:nvSpPr>
        <p:spPr bwMode="gray">
          <a:xfrm>
            <a:off x="3494088" y="346551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DFBE6A3-5875-4F8A-97A3-F137E8AEB321}" type="datetime'1''''''''''''''''''''''''''''''4'''''''''''''''''''''''">
              <a:rPr lang="ko-KR" altLang="en-US" sz="1400" smtClean="0"/>
              <a:pPr marL="0" indent="0" algn="ctr">
                <a:spcBef>
                  <a:spcPct val="0"/>
                </a:spcBef>
                <a:spcAft>
                  <a:spcPct val="0"/>
                </a:spcAft>
                <a:buNone/>
              </a:pPr>
              <a:t>14</a:t>
            </a:fld>
            <a:endParaRPr lang="ko-KR" altLang="en-US" sz="1400" dirty="0"/>
          </a:p>
        </p:txBody>
      </p:sp>
      <p:sp useBgFill="1">
        <p:nvSpPr>
          <p:cNvPr id="50" name="텍스트 개체 틀 2">
            <a:extLst>
              <a:ext uri="{FF2B5EF4-FFF2-40B4-BE49-F238E27FC236}">
                <a16:creationId xmlns:a16="http://schemas.microsoft.com/office/drawing/2014/main" id="{431E1F72-6534-416C-9226-EB9DA62FC4EA}"/>
              </a:ext>
            </a:extLst>
          </p:cNvPr>
          <p:cNvSpPr>
            <a:spLocks noGrp="1"/>
          </p:cNvSpPr>
          <p:nvPr>
            <p:custDataLst>
              <p:tags r:id="rId34"/>
            </p:custDataLst>
          </p:nvPr>
        </p:nvSpPr>
        <p:spPr bwMode="gray">
          <a:xfrm>
            <a:off x="5149850" y="29749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3749B46-A739-4344-8DF6-F7DA2141C0B5}" type="datetime'2''''''''''''''''''''''''''''''''''''''''''''''''''''0'''''''">
              <a:rPr lang="ko-KR" altLang="en-US" sz="1400" smtClean="0"/>
              <a:pPr marL="0" indent="0" algn="ctr">
                <a:spcBef>
                  <a:spcPct val="0"/>
                </a:spcBef>
                <a:spcAft>
                  <a:spcPct val="0"/>
                </a:spcAft>
                <a:buNone/>
              </a:pPr>
              <a:t>20</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35"/>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p:nvSpPr>
          <p:cNvPr id="96" name="텍스트 개체 틀 2">
            <a:extLst>
              <a:ext uri="{FF2B5EF4-FFF2-40B4-BE49-F238E27FC236}">
                <a16:creationId xmlns:a16="http://schemas.microsoft.com/office/drawing/2014/main" id="{E8A12B27-7FB7-43D7-B867-A2BD073AAFC3}"/>
              </a:ext>
            </a:extLst>
          </p:cNvPr>
          <p:cNvSpPr>
            <a:spLocks noGrp="1"/>
          </p:cNvSpPr>
          <p:nvPr>
            <p:custDataLst>
              <p:tags r:id="rId36"/>
            </p:custDataLst>
          </p:nvPr>
        </p:nvSpPr>
        <p:spPr bwMode="auto">
          <a:xfrm>
            <a:off x="8274050" y="2632075"/>
            <a:ext cx="768350"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r>
              <a:rPr lang="en-US" altLang="en-US" sz="1400" b="1" dirty="0">
                <a:solidFill>
                  <a:schemeClr val="bg1"/>
                </a:solidFill>
              </a:rPr>
              <a:t>X4.7</a:t>
            </a:r>
            <a:r>
              <a:rPr lang="ko-KR" altLang="en-US" sz="1400" b="1" dirty="0">
                <a:solidFill>
                  <a:schemeClr val="bg1"/>
                </a:solidFill>
              </a:rPr>
              <a:t>배</a:t>
            </a:r>
          </a:p>
        </p:txBody>
      </p:sp>
    </p:spTree>
    <p:extLst>
      <p:ext uri="{BB962C8B-B14F-4D97-AF65-F5344CB8AC3E}">
        <p14:creationId xmlns:p14="http://schemas.microsoft.com/office/powerpoint/2010/main" val="2469077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센트럴 박운형 본부장 / 1 / 미래의 지휘관" descr="센트럴 박운형 본부장 — 미래의 지휘관"/>
          <p:cNvPicPr>
            <a:picLocks noChangeAspect="1"/>
          </p:cNvPicPr>
          <p:nvPr/>
        </p:nvPicPr>
        <p:blipFill>
          <a:blip r:embed="rId3"/>
          <a:stretch>
            <a:fillRect/>
          </a:stretch>
        </p:blipFill>
        <p:spPr>
          <a:xfrm>
            <a:off x="2429" y="0"/>
            <a:ext cx="9139142"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2044027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59561" name="think-cell Slide" r:id="rId27" imgW="381" imgH="381" progId="TCLayout.ActiveDocument.1">
                  <p:embed/>
                </p:oleObj>
              </mc:Choice>
              <mc:Fallback>
                <p:oleObj name="think-cell Slide" r:id="rId27"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ko-KR" altLang="en-US" dirty="0"/>
              <a:t>누적 경력 신인 </a:t>
            </a:r>
            <a:r>
              <a:rPr lang="en-US" altLang="ko-KR" dirty="0"/>
              <a:t>148</a:t>
            </a:r>
            <a:r>
              <a:rPr lang="ko-KR" altLang="en-US" dirty="0"/>
              <a:t>명 도입</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3488134" cy="461665"/>
          </a:xfrm>
          <a:prstGeom prst="rect">
            <a:avLst/>
          </a:prstGeom>
          <a:noFill/>
        </p:spPr>
        <p:txBody>
          <a:bodyPr wrap="none" lIns="0" tIns="0" rIns="0" bIns="0" rtlCol="0">
            <a:spAutoFit/>
          </a:bodyPr>
          <a:lstStyle/>
          <a:p>
            <a:pPr eaLnBrk="0" latinLnBrk="0" hangingPunct="0"/>
            <a:r>
              <a:rPr lang="ko-KR" altLang="en-US" b="1" dirty="0">
                <a:latin typeface="Arial" pitchFamily="34" charset="0"/>
              </a:rPr>
              <a:t>센트럴 프랜차이즈 경력 도입 누계</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명</a:t>
            </a:r>
            <a:r>
              <a:rPr lang="en-US" altLang="ko-KR" sz="1200" b="1" dirty="0">
                <a:latin typeface="Arial" pitchFamily="34" charset="0"/>
                <a:cs typeface="Arial" pitchFamily="34" charset="0"/>
              </a:rPr>
              <a:t>, ’25.1</a:t>
            </a:r>
            <a:r>
              <a:rPr lang="ko-KR" altLang="en-US" sz="1200" b="1" dirty="0">
                <a:latin typeface="Arial" pitchFamily="34" charset="0"/>
                <a:cs typeface="Arial" pitchFamily="34" charset="0"/>
              </a:rPr>
              <a:t>월 이후 도입 인원</a:t>
            </a:r>
            <a:endParaRPr lang="en-US" altLang="ko-KR" sz="1200" b="1" dirty="0">
              <a:latin typeface="Arial" pitchFamily="34" charset="0"/>
              <a:cs typeface="Arial" pitchFamily="34" charset="0"/>
            </a:endParaRPr>
          </a:p>
        </p:txBody>
      </p:sp>
      <p:graphicFrame>
        <p:nvGraphicFramePr>
          <p:cNvPr id="89" name="Chart 3">
            <a:extLst>
              <a:ext uri="{FF2B5EF4-FFF2-40B4-BE49-F238E27FC236}">
                <a16:creationId xmlns:a16="http://schemas.microsoft.com/office/drawing/2014/main" id="{F8B34A9F-B92C-419D-823E-27CF42B32C75}"/>
              </a:ext>
            </a:extLst>
          </p:cNvPr>
          <p:cNvGraphicFramePr/>
          <p:nvPr>
            <p:custDataLst>
              <p:tags r:id="rId3"/>
            </p:custDataLst>
            <p:extLst>
              <p:ext uri="{D42A27DB-BD31-4B8C-83A1-F6EECF244321}">
                <p14:modId xmlns:p14="http://schemas.microsoft.com/office/powerpoint/2010/main" val="4139230223"/>
              </p:ext>
            </p:extLst>
          </p:nvPr>
        </p:nvGraphicFramePr>
        <p:xfrm>
          <a:off x="227013" y="1452563"/>
          <a:ext cx="8591550" cy="3014662"/>
        </p:xfrm>
        <a:graphic>
          <a:graphicData uri="http://schemas.openxmlformats.org/drawingml/2006/chart">
            <c:chart xmlns:c="http://schemas.openxmlformats.org/drawingml/2006/chart" xmlns:r="http://schemas.openxmlformats.org/officeDocument/2006/relationships" r:id="rId29"/>
          </a:graphicData>
        </a:graphic>
      </p:graphicFrame>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4"/>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5"/>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6"/>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7"/>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8"/>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9"/>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10"/>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1"/>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12"/>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3"/>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14"/>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15"/>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16"/>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17"/>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18"/>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19"/>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20"/>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useBgFill="1">
        <p:nvSpPr>
          <p:cNvPr id="78" name="텍스트 개체 틀 2">
            <a:extLst>
              <a:ext uri="{FF2B5EF4-FFF2-40B4-BE49-F238E27FC236}">
                <a16:creationId xmlns:a16="http://schemas.microsoft.com/office/drawing/2014/main" id="{24B0E87F-CE2F-4292-AE69-41544EE3D799}"/>
              </a:ext>
            </a:extLst>
          </p:cNvPr>
          <p:cNvSpPr>
            <a:spLocks noGrp="1"/>
          </p:cNvSpPr>
          <p:nvPr>
            <p:custDataLst>
              <p:tags r:id="rId21"/>
            </p:custDataLst>
          </p:nvPr>
        </p:nvSpPr>
        <p:spPr bwMode="gray">
          <a:xfrm>
            <a:off x="6804025" y="25336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968188-5B81-4C87-BDC0-DAD7A88DAF17}" type="datetime'9''''''''''''''''''''''''''''''''''''''''''1'">
              <a:rPr lang="ko-KR" altLang="en-US" sz="1400" smtClean="0"/>
              <a:pPr marL="0" indent="0" algn="ctr">
                <a:spcBef>
                  <a:spcPct val="0"/>
                </a:spcBef>
                <a:spcAft>
                  <a:spcPct val="0"/>
                </a:spcAft>
                <a:buNone/>
              </a:pPr>
              <a:t>91</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22"/>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23"/>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24"/>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25"/>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Tree>
    <p:extLst>
      <p:ext uri="{BB962C8B-B14F-4D97-AF65-F5344CB8AC3E}">
        <p14:creationId xmlns:p14="http://schemas.microsoft.com/office/powerpoint/2010/main" val="41619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2713612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63656" name="think-cell Slide" r:id="rId38" imgW="381" imgH="381" progId="TCLayout.ActiveDocument.1">
                  <p:embed/>
                </p:oleObj>
              </mc:Choice>
              <mc:Fallback>
                <p:oleObj name="think-cell Slide" r:id="rId38"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ko-KR" altLang="en-US" dirty="0"/>
              <a:t>다시 </a:t>
            </a:r>
            <a:r>
              <a:rPr lang="en-US" altLang="ko-KR" dirty="0"/>
              <a:t>1</a:t>
            </a:r>
            <a:r>
              <a:rPr lang="ko-KR" altLang="en-US" dirty="0"/>
              <a:t>억 본부를 향해서</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2962349" cy="461665"/>
          </a:xfrm>
          <a:prstGeom prst="rect">
            <a:avLst/>
          </a:prstGeom>
          <a:noFill/>
        </p:spPr>
        <p:txBody>
          <a:bodyPr wrap="none" lIns="0" tIns="0" rIns="0" bIns="0" rtlCol="0">
            <a:spAutoFit/>
          </a:bodyPr>
          <a:lstStyle/>
          <a:p>
            <a:pPr eaLnBrk="0" latinLnBrk="0" hangingPunct="0"/>
            <a:r>
              <a:rPr lang="ko-KR" altLang="en-US" b="1" dirty="0">
                <a:latin typeface="Arial" pitchFamily="34" charset="0"/>
              </a:rPr>
              <a:t>센트럴 프랜차이즈 전체 매출</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백만</a:t>
            </a:r>
            <a:endParaRPr lang="en-US" altLang="ko-KR" sz="1200" b="1" dirty="0">
              <a:latin typeface="Arial" pitchFamily="34" charset="0"/>
              <a:cs typeface="Arial" pitchFamily="34" charset="0"/>
            </a:endParaRPr>
          </a:p>
        </p:txBody>
      </p:sp>
      <p:graphicFrame>
        <p:nvGraphicFramePr>
          <p:cNvPr id="65" name="Chart 3">
            <a:extLst>
              <a:ext uri="{FF2B5EF4-FFF2-40B4-BE49-F238E27FC236}">
                <a16:creationId xmlns:a16="http://schemas.microsoft.com/office/drawing/2014/main" id="{E548FC52-B716-4988-A3CD-DC51BA80C3A2}"/>
              </a:ext>
            </a:extLst>
          </p:cNvPr>
          <p:cNvGraphicFramePr/>
          <p:nvPr>
            <p:custDataLst>
              <p:tags r:id="rId3"/>
            </p:custDataLst>
            <p:extLst>
              <p:ext uri="{D42A27DB-BD31-4B8C-83A1-F6EECF244321}">
                <p14:modId xmlns:p14="http://schemas.microsoft.com/office/powerpoint/2010/main" val="839339787"/>
              </p:ext>
            </p:extLst>
          </p:nvPr>
        </p:nvGraphicFramePr>
        <p:xfrm>
          <a:off x="227013" y="1289050"/>
          <a:ext cx="8528050" cy="3178175"/>
        </p:xfrm>
        <a:graphic>
          <a:graphicData uri="http://schemas.openxmlformats.org/drawingml/2006/chart">
            <c:chart xmlns:c="http://schemas.openxmlformats.org/drawingml/2006/chart" xmlns:r="http://schemas.openxmlformats.org/officeDocument/2006/relationships" r:id="rId40"/>
          </a:graphicData>
        </a:graphic>
      </p:graphicFrame>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4"/>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5"/>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6"/>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7"/>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8"/>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9"/>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0"/>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11"/>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12"/>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useBgFill="1">
        <p:nvSpPr>
          <p:cNvPr id="37" name="텍스트 개체 틀 2">
            <a:extLst>
              <a:ext uri="{FF2B5EF4-FFF2-40B4-BE49-F238E27FC236}">
                <a16:creationId xmlns:a16="http://schemas.microsoft.com/office/drawing/2014/main" id="{84C80699-E77F-4AD4-932F-BB7D0FD12D61}"/>
              </a:ext>
            </a:extLst>
          </p:cNvPr>
          <p:cNvSpPr>
            <a:spLocks noGrp="1"/>
          </p:cNvSpPr>
          <p:nvPr>
            <p:custDataLst>
              <p:tags r:id="rId13"/>
            </p:custDataLst>
          </p:nvPr>
        </p:nvSpPr>
        <p:spPr bwMode="gray">
          <a:xfrm>
            <a:off x="354013" y="370046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9E29E1-5CAF-4220-9C61-D02FB783DB50}" type="datetime'''''''4''''''''''''''''''''''''''''''''''''''5'''">
              <a:rPr lang="ko-KR" altLang="en-US" sz="1400" smtClean="0"/>
              <a:pPr marL="0" indent="0" algn="ctr">
                <a:spcBef>
                  <a:spcPct val="0"/>
                </a:spcBef>
                <a:spcAft>
                  <a:spcPct val="0"/>
                </a:spcAft>
                <a:buNone/>
              </a:pPr>
              <a:t>45</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4"/>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15"/>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16"/>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useBgFill="1">
        <p:nvSpPr>
          <p:cNvPr id="50" name="텍스트 개체 틀 2">
            <a:extLst>
              <a:ext uri="{FF2B5EF4-FFF2-40B4-BE49-F238E27FC236}">
                <a16:creationId xmlns:a16="http://schemas.microsoft.com/office/drawing/2014/main" id="{3BEEEADF-3F2F-45A5-89A5-80BA3262BE43}"/>
              </a:ext>
            </a:extLst>
          </p:cNvPr>
          <p:cNvSpPr>
            <a:spLocks noGrp="1"/>
          </p:cNvSpPr>
          <p:nvPr>
            <p:custDataLst>
              <p:tags r:id="rId17"/>
            </p:custDataLst>
          </p:nvPr>
        </p:nvSpPr>
        <p:spPr bwMode="gray">
          <a:xfrm>
            <a:off x="3494088" y="33464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89D77DC-78B5-40ED-8C4E-84CD4C34A17D}" type="datetime'''''''''5''''''''''''''0'''''''''''''''''''''''''''''''''''''">
              <a:rPr lang="ko-KR" altLang="en-US" sz="1400" smtClean="0"/>
              <a:pPr marL="0" indent="0" algn="ctr">
                <a:spcBef>
                  <a:spcPct val="0"/>
                </a:spcBef>
                <a:spcAft>
                  <a:spcPct val="0"/>
                </a:spcAft>
                <a:buNone/>
              </a:pPr>
              <a:t>50</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18"/>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useBgFill="1">
        <p:nvSpPr>
          <p:cNvPr id="51" name="텍스트 개체 틀 2">
            <a:extLst>
              <a:ext uri="{FF2B5EF4-FFF2-40B4-BE49-F238E27FC236}">
                <a16:creationId xmlns:a16="http://schemas.microsoft.com/office/drawing/2014/main" id="{BEB444D7-6BBA-4915-B383-C34C0E5BFA53}"/>
              </a:ext>
            </a:extLst>
          </p:cNvPr>
          <p:cNvSpPr>
            <a:spLocks noGrp="1"/>
          </p:cNvSpPr>
          <p:nvPr>
            <p:custDataLst>
              <p:tags r:id="rId19"/>
            </p:custDataLst>
          </p:nvPr>
        </p:nvSpPr>
        <p:spPr bwMode="gray">
          <a:xfrm>
            <a:off x="3908425" y="37909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D58866E-2987-4C57-9DC3-A554577E0A95}" type="datetime'4''''''''''''''''''''''''''''''4'''''''''''''''''''''''">
              <a:rPr lang="ko-KR" altLang="en-US" sz="1400" smtClean="0"/>
              <a:pPr marL="0" indent="0" algn="ctr">
                <a:spcBef>
                  <a:spcPct val="0"/>
                </a:spcBef>
                <a:spcAft>
                  <a:spcPct val="0"/>
                </a:spcAft>
                <a:buNone/>
              </a:pPr>
              <a:t>44</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20"/>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21"/>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22"/>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23"/>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useBgFill="1">
        <p:nvSpPr>
          <p:cNvPr id="87" name="텍스트 개체 틀 2">
            <a:extLst>
              <a:ext uri="{FF2B5EF4-FFF2-40B4-BE49-F238E27FC236}">
                <a16:creationId xmlns:a16="http://schemas.microsoft.com/office/drawing/2014/main" id="{AB849695-551C-4FF1-A0B8-B805A6ADFD54}"/>
              </a:ext>
            </a:extLst>
          </p:cNvPr>
          <p:cNvSpPr>
            <a:spLocks noGrp="1"/>
          </p:cNvSpPr>
          <p:nvPr>
            <p:custDataLst>
              <p:tags r:id="rId24"/>
            </p:custDataLst>
          </p:nvPr>
        </p:nvSpPr>
        <p:spPr bwMode="gray">
          <a:xfrm>
            <a:off x="6804025" y="31781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36E1297-7005-4588-B862-4B30772EA646}" type="datetime'''''''''''''''''''''''''''5''''''''''''2'''''''''''''''''''''">
              <a:rPr lang="ko-KR" altLang="en-US" sz="1400" smtClean="0"/>
              <a:pPr/>
              <a:t>52</a:t>
            </a:fld>
            <a:endParaRPr lang="ko-KR" altLang="en-US" sz="1400" dirty="0"/>
          </a:p>
        </p:txBody>
      </p:sp>
      <p:sp useBgFill="1">
        <p:nvSpPr>
          <p:cNvPr id="44" name="텍스트 개체 틀 2">
            <a:extLst>
              <a:ext uri="{FF2B5EF4-FFF2-40B4-BE49-F238E27FC236}">
                <a16:creationId xmlns:a16="http://schemas.microsoft.com/office/drawing/2014/main" id="{729A5041-59CE-4F2E-B20C-86FDDAF3EB70}"/>
              </a:ext>
            </a:extLst>
          </p:cNvPr>
          <p:cNvSpPr>
            <a:spLocks noGrp="1"/>
          </p:cNvSpPr>
          <p:nvPr>
            <p:custDataLst>
              <p:tags r:id="rId25"/>
            </p:custDataLst>
          </p:nvPr>
        </p:nvSpPr>
        <p:spPr bwMode="gray">
          <a:xfrm>
            <a:off x="1839913" y="40925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BDE04D2-0286-41B8-9963-7C2FBF3D0974}" type="datetime'''''''4''''''''''''''''''0'">
              <a:rPr lang="ko-KR" altLang="en-US" sz="1400" smtClean="0"/>
              <a:pPr marL="0" indent="0" algn="ctr">
                <a:spcBef>
                  <a:spcPct val="0"/>
                </a:spcBef>
                <a:spcAft>
                  <a:spcPct val="0"/>
                </a:spcAft>
                <a:buNone/>
              </a:pPr>
              <a:t>40</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26"/>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useBgFill="1">
        <p:nvSpPr>
          <p:cNvPr id="61" name="텍스트 개체 틀 2">
            <a:extLst>
              <a:ext uri="{FF2B5EF4-FFF2-40B4-BE49-F238E27FC236}">
                <a16:creationId xmlns:a16="http://schemas.microsoft.com/office/drawing/2014/main" id="{3860181D-897F-4993-AC15-3C8FE9DAF742}"/>
              </a:ext>
            </a:extLst>
          </p:cNvPr>
          <p:cNvSpPr>
            <a:spLocks noGrp="1"/>
          </p:cNvSpPr>
          <p:nvPr>
            <p:custDataLst>
              <p:tags r:id="rId27"/>
            </p:custDataLst>
          </p:nvPr>
        </p:nvSpPr>
        <p:spPr bwMode="gray">
          <a:xfrm>
            <a:off x="6389688" y="305911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450053B-498F-4317-AC0A-A1CFCA3CEE5A}" type="datetime'''''''''5''''''''''''''''''''''''''''''''''4'''''''''''">
              <a:rPr lang="ko-KR" altLang="en-US" sz="1400" smtClean="0"/>
              <a:pPr marL="0" indent="0" algn="ctr">
                <a:spcBef>
                  <a:spcPct val="0"/>
                </a:spcBef>
                <a:spcAft>
                  <a:spcPct val="0"/>
                </a:spcAft>
                <a:buNone/>
              </a:pPr>
              <a:t>54</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28"/>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29"/>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30"/>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 useBgFill="1">
        <p:nvSpPr>
          <p:cNvPr id="40" name="텍스트 개체 틀 2">
            <a:extLst>
              <a:ext uri="{FF2B5EF4-FFF2-40B4-BE49-F238E27FC236}">
                <a16:creationId xmlns:a16="http://schemas.microsoft.com/office/drawing/2014/main" id="{E26E3302-6BF8-44E0-B3ED-E96A1DFC7B42}"/>
              </a:ext>
            </a:extLst>
          </p:cNvPr>
          <p:cNvSpPr>
            <a:spLocks noGrp="1"/>
          </p:cNvSpPr>
          <p:nvPr>
            <p:custDataLst>
              <p:tags r:id="rId31"/>
            </p:custDataLst>
          </p:nvPr>
        </p:nvSpPr>
        <p:spPr bwMode="gray">
          <a:xfrm>
            <a:off x="600075" y="3132138"/>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AC18A51-504A-4339-9243-CE9A41C5CE67}" type="datetime'''5''''''''''''''''''''''''3'''''''''''''''''''''''''''''''">
              <a:rPr lang="ko-KR" altLang="en-US" sz="1400" smtClean="0"/>
              <a:pPr marL="0" indent="0" algn="ctr">
                <a:spcBef>
                  <a:spcPct val="0"/>
                </a:spcBef>
                <a:spcAft>
                  <a:spcPct val="0"/>
                </a:spcAft>
                <a:buNone/>
              </a:pPr>
              <a:t>53</a:t>
            </a:fld>
            <a:endParaRPr lang="ko-KR" altLang="en-US" sz="1400" dirty="0"/>
          </a:p>
        </p:txBody>
      </p:sp>
      <p:sp useBgFill="1">
        <p:nvSpPr>
          <p:cNvPr id="42" name="텍스트 개체 틀 2">
            <a:extLst>
              <a:ext uri="{FF2B5EF4-FFF2-40B4-BE49-F238E27FC236}">
                <a16:creationId xmlns:a16="http://schemas.microsoft.com/office/drawing/2014/main" id="{0E270498-68FE-4F48-B232-10DEC6F640CD}"/>
              </a:ext>
            </a:extLst>
          </p:cNvPr>
          <p:cNvSpPr>
            <a:spLocks noGrp="1"/>
          </p:cNvSpPr>
          <p:nvPr>
            <p:custDataLst>
              <p:tags r:id="rId32"/>
            </p:custDataLst>
          </p:nvPr>
        </p:nvSpPr>
        <p:spPr bwMode="gray">
          <a:xfrm>
            <a:off x="1427163" y="32543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5E10270-8392-444D-AA67-1AB7F890E02F}" type="datetime'''''''''''''''''5''1'''''''''''''''''''''''">
              <a:rPr lang="ko-KR" altLang="en-US" sz="1400" smtClean="0"/>
              <a:pPr marL="0" indent="0" algn="ctr">
                <a:spcBef>
                  <a:spcPct val="0"/>
                </a:spcBef>
                <a:spcAft>
                  <a:spcPct val="0"/>
                </a:spcAft>
                <a:buNone/>
              </a:pPr>
              <a:t>51</a:t>
            </a:fld>
            <a:endParaRPr lang="ko-KR" altLang="en-US" sz="1400" dirty="0"/>
          </a:p>
        </p:txBody>
      </p:sp>
      <p:sp useBgFill="1">
        <p:nvSpPr>
          <p:cNvPr id="54" name="텍스트 개체 틀 2">
            <a:extLst>
              <a:ext uri="{FF2B5EF4-FFF2-40B4-BE49-F238E27FC236}">
                <a16:creationId xmlns:a16="http://schemas.microsoft.com/office/drawing/2014/main" id="{963977E6-2DFE-495C-A3C8-145FE0173A80}"/>
              </a:ext>
            </a:extLst>
          </p:cNvPr>
          <p:cNvSpPr>
            <a:spLocks noGrp="1"/>
          </p:cNvSpPr>
          <p:nvPr>
            <p:custDataLst>
              <p:tags r:id="rId33"/>
            </p:custDataLst>
          </p:nvPr>
        </p:nvSpPr>
        <p:spPr bwMode="gray">
          <a:xfrm>
            <a:off x="4322763" y="3062288"/>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FF5D113-3875-4024-B238-A3955BA769D7}" type="datetime'''''5''4'''''''''''''''''''''">
              <a:rPr lang="ko-KR" altLang="en-US" sz="1400" smtClean="0"/>
              <a:pPr marL="0" indent="0" algn="ctr">
                <a:spcBef>
                  <a:spcPct val="0"/>
                </a:spcBef>
                <a:spcAft>
                  <a:spcPct val="0"/>
                </a:spcAft>
                <a:buNone/>
              </a:pPr>
              <a:t>54</a:t>
            </a:fld>
            <a:endParaRPr lang="ko-KR" altLang="en-US" sz="1400" dirty="0"/>
          </a:p>
        </p:txBody>
      </p:sp>
      <p:sp useBgFill="1">
        <p:nvSpPr>
          <p:cNvPr id="55" name="텍스트 개체 틀 2">
            <a:extLst>
              <a:ext uri="{FF2B5EF4-FFF2-40B4-BE49-F238E27FC236}">
                <a16:creationId xmlns:a16="http://schemas.microsoft.com/office/drawing/2014/main" id="{5B18B757-6E4B-4227-BE30-E04DD40DA492}"/>
              </a:ext>
            </a:extLst>
          </p:cNvPr>
          <p:cNvSpPr>
            <a:spLocks noGrp="1"/>
          </p:cNvSpPr>
          <p:nvPr>
            <p:custDataLst>
              <p:tags r:id="rId34"/>
            </p:custDataLst>
          </p:nvPr>
        </p:nvSpPr>
        <p:spPr bwMode="gray">
          <a:xfrm>
            <a:off x="5149850" y="403542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969A65E-85FF-452C-B041-C361E389F938}" type="datetime'''''''''''''''''''''''''''4''''''''''''''''''1'''''">
              <a:rPr lang="ko-KR" altLang="en-US" sz="1400" smtClean="0"/>
              <a:pPr marL="0" indent="0" algn="ctr">
                <a:spcBef>
                  <a:spcPct val="0"/>
                </a:spcBef>
                <a:spcAft>
                  <a:spcPct val="0"/>
                </a:spcAft>
                <a:buNone/>
              </a:pPr>
              <a:t>41</a:t>
            </a:fld>
            <a:endParaRPr lang="ko-KR" altLang="en-US" sz="1400" dirty="0"/>
          </a:p>
        </p:txBody>
      </p:sp>
      <p:sp useBgFill="1">
        <p:nvSpPr>
          <p:cNvPr id="58" name="텍스트 개체 틀 2">
            <a:extLst>
              <a:ext uri="{FF2B5EF4-FFF2-40B4-BE49-F238E27FC236}">
                <a16:creationId xmlns:a16="http://schemas.microsoft.com/office/drawing/2014/main" id="{4F56FE37-FDA9-48B9-9AFB-FB3425FAFE52}"/>
              </a:ext>
            </a:extLst>
          </p:cNvPr>
          <p:cNvSpPr>
            <a:spLocks noGrp="1"/>
          </p:cNvSpPr>
          <p:nvPr>
            <p:custDataLst>
              <p:tags r:id="rId35"/>
            </p:custDataLst>
          </p:nvPr>
        </p:nvSpPr>
        <p:spPr bwMode="gray">
          <a:xfrm>
            <a:off x="2254250" y="354012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EED66F9-55B5-4550-A2EF-3A81E01EB085}" type="datetime'''''''''''''4''''''''8'''''''''''''''''''''">
              <a:rPr lang="ko-KR" altLang="en-US" sz="1400" smtClean="0"/>
              <a:pPr marL="0" indent="0" algn="ctr">
                <a:spcBef>
                  <a:spcPct val="0"/>
                </a:spcBef>
                <a:spcAft>
                  <a:spcPct val="0"/>
                </a:spcAft>
                <a:buNone/>
              </a:pPr>
              <a:t>48</a:t>
            </a:fld>
            <a:endParaRPr lang="ko-KR" altLang="en-US" sz="1400" dirty="0"/>
          </a:p>
        </p:txBody>
      </p:sp>
      <p:sp useBgFill="1">
        <p:nvSpPr>
          <p:cNvPr id="59" name="텍스트 개체 틀 2">
            <a:extLst>
              <a:ext uri="{FF2B5EF4-FFF2-40B4-BE49-F238E27FC236}">
                <a16:creationId xmlns:a16="http://schemas.microsoft.com/office/drawing/2014/main" id="{02E8FB49-47E5-40BA-8913-6A8ACC6F533D}"/>
              </a:ext>
            </a:extLst>
          </p:cNvPr>
          <p:cNvSpPr>
            <a:spLocks noGrp="1"/>
          </p:cNvSpPr>
          <p:nvPr>
            <p:custDataLst>
              <p:tags r:id="rId36"/>
            </p:custDataLst>
          </p:nvPr>
        </p:nvSpPr>
        <p:spPr bwMode="gray">
          <a:xfrm>
            <a:off x="2667000" y="309880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E5A008E-E1DC-4FCF-A5C9-21A0901F9067}" type="datetime'''''''''''''''''''''''5''3'''''''">
              <a:rPr lang="ko-KR" altLang="en-US" sz="1400" smtClean="0"/>
              <a:pPr marL="0" indent="0" algn="ctr">
                <a:spcBef>
                  <a:spcPct val="0"/>
                </a:spcBef>
                <a:spcAft>
                  <a:spcPct val="0"/>
                </a:spcAft>
                <a:buNone/>
              </a:pPr>
              <a:t>53</a:t>
            </a:fld>
            <a:endParaRPr lang="ko-KR" altLang="en-US" sz="1400" dirty="0"/>
          </a:p>
        </p:txBody>
      </p:sp>
    </p:spTree>
    <p:extLst>
      <p:ext uri="{BB962C8B-B14F-4D97-AF65-F5344CB8AC3E}">
        <p14:creationId xmlns:p14="http://schemas.microsoft.com/office/powerpoint/2010/main" val="3309701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수원광교 권지윤 본부장 / 1 / 별을 깨우는 마법사" descr="수원광교 권지윤 본부장 — 별을 깨우는 마법사"/>
          <p:cNvPicPr>
            <a:picLocks noChangeAspect="1"/>
          </p:cNvPicPr>
          <p:nvPr/>
        </p:nvPicPr>
        <p:blipFill>
          <a:blip r:embed="rId3"/>
          <a:stretch>
            <a:fillRect/>
          </a:stretch>
        </p:blipFill>
        <p:spPr>
          <a:xfrm>
            <a:off x="2429" y="0"/>
            <a:ext cx="9139142"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17668597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53418" name="think-cell Slide" r:id="rId35" imgW="381" imgH="381" progId="TCLayout.ActiveDocument.1">
                  <p:embed/>
                </p:oleObj>
              </mc:Choice>
              <mc:Fallback>
                <p:oleObj name="think-cell Slide" r:id="rId35"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ko-KR" altLang="en-US" dirty="0"/>
              <a:t>폭발적인 신인 매출 성장</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1974900" cy="461665"/>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수원광교</a:t>
            </a:r>
            <a:r>
              <a:rPr lang="ko-KR" altLang="en-US" b="1" dirty="0">
                <a:latin typeface="Arial" pitchFamily="34" charset="0"/>
              </a:rPr>
              <a:t> 신인 매출</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백만</a:t>
            </a:r>
            <a:endParaRPr lang="en-US" altLang="ko-KR" sz="1200" b="1" dirty="0">
              <a:latin typeface="Arial" pitchFamily="34" charset="0"/>
              <a:cs typeface="Arial" pitchFamily="34" charset="0"/>
            </a:endParaRPr>
          </a:p>
        </p:txBody>
      </p:sp>
      <p:graphicFrame>
        <p:nvGraphicFramePr>
          <p:cNvPr id="109" name="Chart 3">
            <a:extLst>
              <a:ext uri="{FF2B5EF4-FFF2-40B4-BE49-F238E27FC236}">
                <a16:creationId xmlns:a16="http://schemas.microsoft.com/office/drawing/2014/main" id="{F0D75ECE-932D-4155-B201-8DEB4089066D}"/>
              </a:ext>
            </a:extLst>
          </p:cNvPr>
          <p:cNvGraphicFramePr/>
          <p:nvPr>
            <p:custDataLst>
              <p:tags r:id="rId3"/>
            </p:custDataLst>
            <p:extLst>
              <p:ext uri="{D42A27DB-BD31-4B8C-83A1-F6EECF244321}">
                <p14:modId xmlns:p14="http://schemas.microsoft.com/office/powerpoint/2010/main" val="1470068972"/>
              </p:ext>
            </p:extLst>
          </p:nvPr>
        </p:nvGraphicFramePr>
        <p:xfrm>
          <a:off x="227013" y="1258888"/>
          <a:ext cx="8528050" cy="3208337"/>
        </p:xfrm>
        <a:graphic>
          <a:graphicData uri="http://schemas.openxmlformats.org/drawingml/2006/chart">
            <c:chart xmlns:c="http://schemas.openxmlformats.org/drawingml/2006/chart" xmlns:r="http://schemas.openxmlformats.org/officeDocument/2006/relationships" r:id="rId37"/>
          </a:graphicData>
        </a:graphic>
      </p:graphicFrame>
      <p:cxnSp>
        <p:nvCxnSpPr>
          <p:cNvPr id="39" name="직선 연결선 38">
            <a:extLst>
              <a:ext uri="{FF2B5EF4-FFF2-40B4-BE49-F238E27FC236}">
                <a16:creationId xmlns:a16="http://schemas.microsoft.com/office/drawing/2014/main" id="{7029A6A6-9232-4A0F-A2C6-A1750DBCCC1A}"/>
              </a:ext>
            </a:extLst>
          </p:cNvPr>
          <p:cNvCxnSpPr/>
          <p:nvPr>
            <p:custDataLst>
              <p:tags r:id="rId4"/>
            </p:custDataLst>
          </p:nvPr>
        </p:nvCxnSpPr>
        <p:spPr bwMode="auto">
          <a:xfrm>
            <a:off x="309563" y="4140200"/>
            <a:ext cx="1166813"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1" name="직선 연결선 40">
            <a:extLst>
              <a:ext uri="{FF2B5EF4-FFF2-40B4-BE49-F238E27FC236}">
                <a16:creationId xmlns:a16="http://schemas.microsoft.com/office/drawing/2014/main" id="{B8890E70-BFC7-4BF9-A16C-9653BC3469C3}"/>
              </a:ext>
            </a:extLst>
          </p:cNvPr>
          <p:cNvCxnSpPr/>
          <p:nvPr>
            <p:custDataLst>
              <p:tags r:id="rId5"/>
            </p:custDataLst>
          </p:nvPr>
        </p:nvCxnSpPr>
        <p:spPr bwMode="auto">
          <a:xfrm>
            <a:off x="8582025" y="1631950"/>
            <a:ext cx="119063"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FAD14D3C-FF79-4D41-AB8A-7C482992A8B0}"/>
              </a:ext>
            </a:extLst>
          </p:cNvPr>
          <p:cNvCxnSpPr/>
          <p:nvPr>
            <p:custDataLst>
              <p:tags r:id="rId6"/>
            </p:custDataLst>
          </p:nvPr>
        </p:nvCxnSpPr>
        <p:spPr bwMode="auto">
          <a:xfrm flipV="1">
            <a:off x="8658225" y="1628775"/>
            <a:ext cx="0" cy="2514600"/>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6" name="직선 연결선 5">
            <a:extLst>
              <a:ext uri="{FF2B5EF4-FFF2-40B4-BE49-F238E27FC236}">
                <a16:creationId xmlns:a16="http://schemas.microsoft.com/office/drawing/2014/main" id="{B74EE846-60AC-43A9-A8EE-061796A60B9C}"/>
              </a:ext>
            </a:extLst>
          </p:cNvPr>
          <p:cNvCxnSpPr/>
          <p:nvPr>
            <p:custDataLst>
              <p:tags r:id="rId7"/>
            </p:custDataLst>
          </p:nvPr>
        </p:nvCxnSpPr>
        <p:spPr bwMode="auto">
          <a:xfrm>
            <a:off x="1625600" y="4140200"/>
            <a:ext cx="263525"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직선 연결선 6">
            <a:extLst>
              <a:ext uri="{FF2B5EF4-FFF2-40B4-BE49-F238E27FC236}">
                <a16:creationId xmlns:a16="http://schemas.microsoft.com/office/drawing/2014/main" id="{74DDF55F-5530-48CB-AF33-C2EDFDBFD8F6}"/>
              </a:ext>
            </a:extLst>
          </p:cNvPr>
          <p:cNvCxnSpPr/>
          <p:nvPr>
            <p:custDataLst>
              <p:tags r:id="rId8"/>
            </p:custDataLst>
          </p:nvPr>
        </p:nvCxnSpPr>
        <p:spPr bwMode="auto">
          <a:xfrm>
            <a:off x="2038349" y="4140200"/>
            <a:ext cx="6662738"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9"/>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10"/>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11"/>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12"/>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13"/>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14"/>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15"/>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useBgFill="1">
        <p:nvSpPr>
          <p:cNvPr id="85" name="텍스트 개체 틀 2">
            <a:extLst>
              <a:ext uri="{FF2B5EF4-FFF2-40B4-BE49-F238E27FC236}">
                <a16:creationId xmlns:a16="http://schemas.microsoft.com/office/drawing/2014/main" id="{9775E956-DF7A-4C4C-A4EA-C57F736C3AA5}"/>
              </a:ext>
            </a:extLst>
          </p:cNvPr>
          <p:cNvSpPr>
            <a:spLocks noGrp="1"/>
          </p:cNvSpPr>
          <p:nvPr>
            <p:custDataLst>
              <p:tags r:id="rId16"/>
            </p:custDataLst>
          </p:nvPr>
        </p:nvSpPr>
        <p:spPr bwMode="gray">
          <a:xfrm>
            <a:off x="8043863" y="181451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F077A02-295E-47AE-A340-2589025AEB7B}" type="datetime'''''''''''''''''''2''3'''''''''''''''''''''''''''''''''''''">
              <a:rPr lang="ko-KR" altLang="en-US" sz="1400" smtClean="0"/>
              <a:pPr/>
              <a:t>23</a:t>
            </a:fld>
            <a:endParaRPr lang="ko-KR" altLang="en-US" sz="1400" dirty="0"/>
          </a:p>
        </p:txBody>
      </p:sp>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17"/>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8"/>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9"/>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20"/>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21"/>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22"/>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23"/>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24"/>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25"/>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26"/>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useBgFill="1">
        <p:nvSpPr>
          <p:cNvPr id="87" name="텍스트 개체 틀 2">
            <a:extLst>
              <a:ext uri="{FF2B5EF4-FFF2-40B4-BE49-F238E27FC236}">
                <a16:creationId xmlns:a16="http://schemas.microsoft.com/office/drawing/2014/main" id="{AB849695-551C-4FF1-A0B8-B805A6ADFD54}"/>
              </a:ext>
            </a:extLst>
          </p:cNvPr>
          <p:cNvSpPr>
            <a:spLocks noGrp="1"/>
          </p:cNvSpPr>
          <p:nvPr>
            <p:custDataLst>
              <p:tags r:id="rId27"/>
            </p:custDataLst>
          </p:nvPr>
        </p:nvSpPr>
        <p:spPr bwMode="gray">
          <a:xfrm>
            <a:off x="6804025" y="276542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60DEE80-05CA-4EDE-AED4-60E01835D28A}" type="datetime'''''''''1''''3'''''''''''''''''''''''''''''''''''''''">
              <a:rPr lang="ko-KR" altLang="en-US" sz="1400" smtClean="0"/>
              <a:pPr/>
              <a:t>13</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28"/>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29"/>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30"/>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useBgFill="1">
        <p:nvSpPr>
          <p:cNvPr id="94" name="텍스트 개체 틀 2">
            <a:extLst>
              <a:ext uri="{FF2B5EF4-FFF2-40B4-BE49-F238E27FC236}">
                <a16:creationId xmlns:a16="http://schemas.microsoft.com/office/drawing/2014/main" id="{CE772B50-52CE-4F38-9D2F-E92121FA07A7}"/>
              </a:ext>
            </a:extLst>
          </p:cNvPr>
          <p:cNvSpPr>
            <a:spLocks noGrp="1"/>
          </p:cNvSpPr>
          <p:nvPr>
            <p:custDataLst>
              <p:tags r:id="rId31"/>
            </p:custDataLst>
          </p:nvPr>
        </p:nvSpPr>
        <p:spPr bwMode="gray">
          <a:xfrm>
            <a:off x="7631113" y="17843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82EBE42-4EC7-4423-A74E-A5AB1EE4ECCA}" type="datetime'''''''''''''''''''''''''''23'''''''''''''''''''''''''">
              <a:rPr lang="ko-KR" altLang="en-US" sz="1400" smtClean="0"/>
              <a:pPr/>
              <a:t>23</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32"/>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p:nvSpPr>
          <p:cNvPr id="96" name="텍스트 개체 틀 2">
            <a:extLst>
              <a:ext uri="{FF2B5EF4-FFF2-40B4-BE49-F238E27FC236}">
                <a16:creationId xmlns:a16="http://schemas.microsoft.com/office/drawing/2014/main" id="{E8A12B27-7FB7-43D7-B867-A2BD073AAFC3}"/>
              </a:ext>
            </a:extLst>
          </p:cNvPr>
          <p:cNvSpPr>
            <a:spLocks noGrp="1"/>
          </p:cNvSpPr>
          <p:nvPr>
            <p:custDataLst>
              <p:tags r:id="rId33"/>
            </p:custDataLst>
          </p:nvPr>
        </p:nvSpPr>
        <p:spPr bwMode="auto">
          <a:xfrm>
            <a:off x="8315325" y="2778125"/>
            <a:ext cx="685800"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r>
              <a:rPr lang="en-US" altLang="en-US" sz="1400" b="1" dirty="0">
                <a:solidFill>
                  <a:schemeClr val="bg1"/>
                </a:solidFill>
              </a:rPr>
              <a:t>X11</a:t>
            </a:r>
            <a:r>
              <a:rPr lang="ko-KR" altLang="en-US" sz="1400" b="1" dirty="0">
                <a:solidFill>
                  <a:schemeClr val="bg1"/>
                </a:solidFill>
              </a:rPr>
              <a:t>배</a:t>
            </a:r>
          </a:p>
        </p:txBody>
      </p:sp>
    </p:spTree>
    <p:extLst>
      <p:ext uri="{BB962C8B-B14F-4D97-AF65-F5344CB8AC3E}">
        <p14:creationId xmlns:p14="http://schemas.microsoft.com/office/powerpoint/2010/main" val="1267385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개체 2" hidden="1">
            <a:extLst>
              <a:ext uri="{FF2B5EF4-FFF2-40B4-BE49-F238E27FC236}">
                <a16:creationId xmlns:a16="http://schemas.microsoft.com/office/drawing/2014/main" id="{DC320270-8220-4042-87E8-E63B07B0E3C7}"/>
              </a:ext>
            </a:extLst>
          </p:cNvPr>
          <p:cNvGraphicFramePr>
            <a:graphicFrameLocks noChangeAspect="1"/>
          </p:cNvGraphicFramePr>
          <p:nvPr>
            <p:custDataLst>
              <p:tags r:id="rId2"/>
            </p:custDataLst>
            <p:extLst>
              <p:ext uri="{D42A27DB-BD31-4B8C-83A1-F6EECF244321}">
                <p14:modId xmlns:p14="http://schemas.microsoft.com/office/powerpoint/2010/main" val="3556894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60585" name="think-cell Slide" r:id="rId38" imgW="381" imgH="381" progId="TCLayout.ActiveDocument.1">
                  <p:embed/>
                </p:oleObj>
              </mc:Choice>
              <mc:Fallback>
                <p:oleObj name="think-cell Slide" r:id="rId38" imgW="381" imgH="381" progId="TCLayout.ActiveDocument.1">
                  <p:embed/>
                  <p:pic>
                    <p:nvPicPr>
                      <p:cNvPr id="3" name="개체 2" hidden="1">
                        <a:extLst>
                          <a:ext uri="{FF2B5EF4-FFF2-40B4-BE49-F238E27FC236}">
                            <a16:creationId xmlns:a16="http://schemas.microsoft.com/office/drawing/2014/main" id="{DC320270-8220-4042-87E8-E63B07B0E3C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제목 1">
            <a:extLst>
              <a:ext uri="{FF2B5EF4-FFF2-40B4-BE49-F238E27FC236}">
                <a16:creationId xmlns:a16="http://schemas.microsoft.com/office/drawing/2014/main" id="{4702DACC-E8B6-41F8-92C2-291A952F8CB9}"/>
              </a:ext>
            </a:extLst>
          </p:cNvPr>
          <p:cNvSpPr>
            <a:spLocks noGrp="1"/>
          </p:cNvSpPr>
          <p:nvPr>
            <p:ph type="title"/>
          </p:nvPr>
        </p:nvSpPr>
        <p:spPr/>
        <p:txBody>
          <a:bodyPr vert="horz"/>
          <a:lstStyle/>
          <a:p>
            <a:r>
              <a:rPr lang="en-US" altLang="ko-KR" dirty="0"/>
              <a:t>1000</a:t>
            </a:r>
            <a:r>
              <a:rPr lang="ko-KR" altLang="en-US" dirty="0"/>
              <a:t>만원 본부를 </a:t>
            </a:r>
            <a:r>
              <a:rPr lang="en-US" altLang="ko-KR" dirty="0"/>
              <a:t>4100</a:t>
            </a:r>
            <a:r>
              <a:rPr lang="ko-KR" altLang="en-US" dirty="0"/>
              <a:t>만원으로</a:t>
            </a:r>
          </a:p>
        </p:txBody>
      </p:sp>
      <p:sp>
        <p:nvSpPr>
          <p:cNvPr id="36" name="TextBox 35">
            <a:extLst>
              <a:ext uri="{FF2B5EF4-FFF2-40B4-BE49-F238E27FC236}">
                <a16:creationId xmlns:a16="http://schemas.microsoft.com/office/drawing/2014/main" id="{5ADFC702-DBE1-4111-AB16-AED2B3DE2153}"/>
              </a:ext>
            </a:extLst>
          </p:cNvPr>
          <p:cNvSpPr txBox="1"/>
          <p:nvPr/>
        </p:nvSpPr>
        <p:spPr>
          <a:xfrm>
            <a:off x="250825" y="1095586"/>
            <a:ext cx="3193182" cy="461665"/>
          </a:xfrm>
          <a:prstGeom prst="rect">
            <a:avLst/>
          </a:prstGeom>
          <a:noFill/>
        </p:spPr>
        <p:txBody>
          <a:bodyPr wrap="none" lIns="0" tIns="0" rIns="0" bIns="0" rtlCol="0">
            <a:spAutoFit/>
          </a:bodyPr>
          <a:lstStyle/>
          <a:p>
            <a:pPr eaLnBrk="0" latinLnBrk="0" hangingPunct="0"/>
            <a:r>
              <a:rPr lang="ko-KR" altLang="en-US" b="1" dirty="0" err="1">
                <a:latin typeface="Arial" pitchFamily="34" charset="0"/>
              </a:rPr>
              <a:t>수원광교</a:t>
            </a:r>
            <a:r>
              <a:rPr lang="ko-KR" altLang="en-US" b="1" dirty="0">
                <a:latin typeface="Arial" pitchFamily="34" charset="0"/>
              </a:rPr>
              <a:t> 프랜차이즈 전체 매출</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백만</a:t>
            </a:r>
            <a:endParaRPr lang="en-US" altLang="ko-KR" sz="1200" b="1" dirty="0">
              <a:latin typeface="Arial" pitchFamily="34" charset="0"/>
              <a:cs typeface="Arial" pitchFamily="34" charset="0"/>
            </a:endParaRPr>
          </a:p>
        </p:txBody>
      </p:sp>
      <p:graphicFrame>
        <p:nvGraphicFramePr>
          <p:cNvPr id="59" name="Chart 3">
            <a:extLst>
              <a:ext uri="{FF2B5EF4-FFF2-40B4-BE49-F238E27FC236}">
                <a16:creationId xmlns:a16="http://schemas.microsoft.com/office/drawing/2014/main" id="{38BA12E6-39D2-48FB-BE9D-3523BF69274E}"/>
              </a:ext>
            </a:extLst>
          </p:cNvPr>
          <p:cNvGraphicFramePr/>
          <p:nvPr>
            <p:custDataLst>
              <p:tags r:id="rId3"/>
            </p:custDataLst>
            <p:extLst>
              <p:ext uri="{D42A27DB-BD31-4B8C-83A1-F6EECF244321}">
                <p14:modId xmlns:p14="http://schemas.microsoft.com/office/powerpoint/2010/main" val="3084565746"/>
              </p:ext>
            </p:extLst>
          </p:nvPr>
        </p:nvGraphicFramePr>
        <p:xfrm>
          <a:off x="227013" y="1289050"/>
          <a:ext cx="8528050" cy="3178175"/>
        </p:xfrm>
        <a:graphic>
          <a:graphicData uri="http://schemas.openxmlformats.org/drawingml/2006/chart">
            <c:chart xmlns:c="http://schemas.openxmlformats.org/drawingml/2006/chart" xmlns:r="http://schemas.openxmlformats.org/officeDocument/2006/relationships" r:id="rId40"/>
          </a:graphicData>
        </a:graphic>
      </p:graphicFrame>
      <p:cxnSp>
        <p:nvCxnSpPr>
          <p:cNvPr id="7" name="직선 연결선 6">
            <a:extLst>
              <a:ext uri="{FF2B5EF4-FFF2-40B4-BE49-F238E27FC236}">
                <a16:creationId xmlns:a16="http://schemas.microsoft.com/office/drawing/2014/main" id="{74DDF55F-5530-48CB-AF33-C2EDFDBFD8F6}"/>
              </a:ext>
            </a:extLst>
          </p:cNvPr>
          <p:cNvCxnSpPr/>
          <p:nvPr>
            <p:custDataLst>
              <p:tags r:id="rId4"/>
            </p:custDataLst>
          </p:nvPr>
        </p:nvCxnSpPr>
        <p:spPr bwMode="auto">
          <a:xfrm>
            <a:off x="309563" y="4011613"/>
            <a:ext cx="8391525"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1" name="직선 연결선 40">
            <a:extLst>
              <a:ext uri="{FF2B5EF4-FFF2-40B4-BE49-F238E27FC236}">
                <a16:creationId xmlns:a16="http://schemas.microsoft.com/office/drawing/2014/main" id="{B8890E70-BFC7-4BF9-A16C-9653BC3469C3}"/>
              </a:ext>
            </a:extLst>
          </p:cNvPr>
          <p:cNvCxnSpPr/>
          <p:nvPr>
            <p:custDataLst>
              <p:tags r:id="rId5"/>
            </p:custDataLst>
          </p:nvPr>
        </p:nvCxnSpPr>
        <p:spPr bwMode="auto">
          <a:xfrm>
            <a:off x="8582025" y="1685925"/>
            <a:ext cx="119063"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FAD14D3C-FF79-4D41-AB8A-7C482992A8B0}"/>
              </a:ext>
            </a:extLst>
          </p:cNvPr>
          <p:cNvCxnSpPr/>
          <p:nvPr>
            <p:custDataLst>
              <p:tags r:id="rId6"/>
            </p:custDataLst>
          </p:nvPr>
        </p:nvCxnSpPr>
        <p:spPr bwMode="auto">
          <a:xfrm flipV="1">
            <a:off x="8658225" y="1682749"/>
            <a:ext cx="0" cy="2332038"/>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95" name="텍스트 개체 틀 2">
            <a:extLst>
              <a:ext uri="{FF2B5EF4-FFF2-40B4-BE49-F238E27FC236}">
                <a16:creationId xmlns:a16="http://schemas.microsoft.com/office/drawing/2014/main" id="{8A26611C-8960-4E80-B6FE-0B5C61FB545E}"/>
              </a:ext>
            </a:extLst>
          </p:cNvPr>
          <p:cNvSpPr>
            <a:spLocks noGrp="1"/>
          </p:cNvSpPr>
          <p:nvPr>
            <p:custDataLst>
              <p:tags r:id="rId7"/>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F309A6C-D9E5-4337-A9DF-EAB5E8CFC2AD}" type="datetime'''''''''''''''''''''''''''''''''''''''''''4'''''''''''''''''''">
              <a:rPr lang="ko-KR" altLang="en-US" sz="1400" smtClean="0"/>
              <a:pPr/>
              <a:t>4</a:t>
            </a:fld>
            <a:endParaRPr lang="ko-KR" altLang="en-US" sz="1400" dirty="0"/>
          </a:p>
        </p:txBody>
      </p:sp>
      <p:sp>
        <p:nvSpPr>
          <p:cNvPr id="49" name="텍스트 개체 틀 2">
            <a:extLst>
              <a:ext uri="{FF2B5EF4-FFF2-40B4-BE49-F238E27FC236}">
                <a16:creationId xmlns:a16="http://schemas.microsoft.com/office/drawing/2014/main" id="{A9909718-4D63-49F6-BF6B-4346EE3939F1}"/>
              </a:ext>
            </a:extLst>
          </p:cNvPr>
          <p:cNvSpPr>
            <a:spLocks noGrp="1"/>
          </p:cNvSpPr>
          <p:nvPr>
            <p:custDataLst>
              <p:tags r:id="rId8"/>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E948391-7D92-401B-9633-413DF397D7E7}" type="datetime'''''''''''''''''''''6'''''''''''''''''''''''''''''''''">
              <a:rPr lang="ko-KR" altLang="en-US" sz="1400" smtClean="0"/>
              <a:pPr/>
              <a:t>6</a:t>
            </a:fld>
            <a:endParaRPr lang="ko-KR" altLang="en-US" sz="1400" dirty="0"/>
          </a:p>
        </p:txBody>
      </p:sp>
      <p:sp>
        <p:nvSpPr>
          <p:cNvPr id="43" name="텍스트 개체 틀 2">
            <a:extLst>
              <a:ext uri="{FF2B5EF4-FFF2-40B4-BE49-F238E27FC236}">
                <a16:creationId xmlns:a16="http://schemas.microsoft.com/office/drawing/2014/main" id="{975C25F4-83DF-44DA-916C-E8EAA7B1965E}"/>
              </a:ext>
            </a:extLst>
          </p:cNvPr>
          <p:cNvSpPr>
            <a:spLocks noGrp="1"/>
          </p:cNvSpPr>
          <p:nvPr>
            <p:custDataLst>
              <p:tags r:id="rId9"/>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630AE8E-B5E0-4D56-8948-B5AA64F9FE12}" type="datetime'''''''''''''''''''''’''''''''2''5''.''''''''1'''''''''''''''">
              <a:rPr lang="ko-KR" altLang="en-US" sz="1400" smtClean="0"/>
              <a:pPr/>
              <a:t>’25.1</a:t>
            </a:fld>
            <a:endParaRPr lang="ko-KR" altLang="en-US" sz="1400" dirty="0"/>
          </a:p>
        </p:txBody>
      </p:sp>
      <p:sp>
        <p:nvSpPr>
          <p:cNvPr id="47" name="텍스트 개체 틀 2">
            <a:extLst>
              <a:ext uri="{FF2B5EF4-FFF2-40B4-BE49-F238E27FC236}">
                <a16:creationId xmlns:a16="http://schemas.microsoft.com/office/drawing/2014/main" id="{44E14DC6-AA32-4497-A4C9-3441924556F4}"/>
              </a:ext>
            </a:extLst>
          </p:cNvPr>
          <p:cNvSpPr>
            <a:spLocks noGrp="1"/>
          </p:cNvSpPr>
          <p:nvPr>
            <p:custDataLst>
              <p:tags r:id="rId10"/>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EE81B2-8D35-4A3E-8D96-120DECF11E34}" type="datetime'''''''''''''''''''''3'''''''''''">
              <a:rPr lang="ko-KR" altLang="en-US" sz="1400" smtClean="0"/>
              <a:pPr/>
              <a:t>3</a:t>
            </a:fld>
            <a:endParaRPr lang="ko-KR" altLang="en-US" sz="1400" dirty="0"/>
          </a:p>
        </p:txBody>
      </p:sp>
      <p:sp>
        <p:nvSpPr>
          <p:cNvPr id="48" name="텍스트 개체 틀 2">
            <a:extLst>
              <a:ext uri="{FF2B5EF4-FFF2-40B4-BE49-F238E27FC236}">
                <a16:creationId xmlns:a16="http://schemas.microsoft.com/office/drawing/2014/main" id="{E11701D8-6C21-4D67-B43B-A64203E613DD}"/>
              </a:ext>
            </a:extLst>
          </p:cNvPr>
          <p:cNvSpPr>
            <a:spLocks noGrp="1"/>
          </p:cNvSpPr>
          <p:nvPr>
            <p:custDataLst>
              <p:tags r:id="rId11"/>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35EF6BB-2E25-4016-A3F6-EEFC7309E8FA}" type="datetime'''''''''''''''''''4'''''''''''''''''''''''''''">
              <a:rPr lang="ko-KR" altLang="en-US" sz="1400" smtClean="0"/>
              <a:pPr/>
              <a:t>4</a:t>
            </a:fld>
            <a:endParaRPr lang="ko-KR" altLang="en-US" sz="1400" dirty="0"/>
          </a:p>
        </p:txBody>
      </p:sp>
      <p:sp>
        <p:nvSpPr>
          <p:cNvPr id="45" name="텍스트 개체 틀 2">
            <a:extLst>
              <a:ext uri="{FF2B5EF4-FFF2-40B4-BE49-F238E27FC236}">
                <a16:creationId xmlns:a16="http://schemas.microsoft.com/office/drawing/2014/main" id="{B0C40715-0DF1-4AB9-8E2A-517FA156006D}"/>
              </a:ext>
            </a:extLst>
          </p:cNvPr>
          <p:cNvSpPr>
            <a:spLocks noGrp="1"/>
          </p:cNvSpPr>
          <p:nvPr>
            <p:custDataLst>
              <p:tags r:id="rId12"/>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63F5B76-B105-4CE8-8869-7F01E963BDB0}" type="datetime'''''''''''5'''''''''''''''''''''''''''''''''''''''''''''''">
              <a:rPr lang="ko-KR" altLang="en-US" sz="1400" smtClean="0"/>
              <a:pPr/>
              <a:t>5</a:t>
            </a:fld>
            <a:endParaRPr lang="ko-KR" altLang="en-US" sz="1400" dirty="0"/>
          </a:p>
        </p:txBody>
      </p:sp>
      <p:sp>
        <p:nvSpPr>
          <p:cNvPr id="52" name="텍스트 개체 틀 2">
            <a:extLst>
              <a:ext uri="{FF2B5EF4-FFF2-40B4-BE49-F238E27FC236}">
                <a16:creationId xmlns:a16="http://schemas.microsoft.com/office/drawing/2014/main" id="{0F8666D1-A161-4511-BCFB-3BCA2A6847D8}"/>
              </a:ext>
            </a:extLst>
          </p:cNvPr>
          <p:cNvSpPr>
            <a:spLocks noGrp="1"/>
          </p:cNvSpPr>
          <p:nvPr>
            <p:custDataLst>
              <p:tags r:id="rId13"/>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D3696C6-D577-4060-8F2A-72A7E620FA4A}" type="datetime'7'''''''''''''''''''''''''''''''''''''''">
              <a:rPr lang="ko-KR" altLang="en-US" sz="1400" smtClean="0"/>
              <a:pPr/>
              <a:t>7</a:t>
            </a:fld>
            <a:endParaRPr lang="ko-KR" altLang="en-US" sz="1400" dirty="0"/>
          </a:p>
        </p:txBody>
      </p:sp>
      <p:sp>
        <p:nvSpPr>
          <p:cNvPr id="64" name="텍스트 개체 틀 2">
            <a:extLst>
              <a:ext uri="{FF2B5EF4-FFF2-40B4-BE49-F238E27FC236}">
                <a16:creationId xmlns:a16="http://schemas.microsoft.com/office/drawing/2014/main" id="{431D00DB-119B-4011-B465-46C61F83DC3F}"/>
              </a:ext>
            </a:extLst>
          </p:cNvPr>
          <p:cNvSpPr>
            <a:spLocks noGrp="1"/>
          </p:cNvSpPr>
          <p:nvPr>
            <p:custDataLst>
              <p:tags r:id="rId14"/>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A51DBF-AD10-4E2B-939C-0D6A7681B3F5}" type="datetime'''''''''''''1''''1'''''''''''''''''''''''">
              <a:rPr lang="ko-KR" altLang="en-US" sz="1400" smtClean="0"/>
              <a:pPr/>
              <a:t>11</a:t>
            </a:fld>
            <a:endParaRPr lang="ko-KR" altLang="en-US" sz="1400" dirty="0"/>
          </a:p>
        </p:txBody>
      </p:sp>
      <p:sp>
        <p:nvSpPr>
          <p:cNvPr id="57" name="텍스트 개체 틀 2">
            <a:extLst>
              <a:ext uri="{FF2B5EF4-FFF2-40B4-BE49-F238E27FC236}">
                <a16:creationId xmlns:a16="http://schemas.microsoft.com/office/drawing/2014/main" id="{82309115-7926-4070-8697-3039A088D920}"/>
              </a:ext>
            </a:extLst>
          </p:cNvPr>
          <p:cNvSpPr>
            <a:spLocks noGrp="1"/>
          </p:cNvSpPr>
          <p:nvPr>
            <p:custDataLst>
              <p:tags r:id="rId15"/>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CE83502-6D2B-4D3A-904A-A2D7026863CC}" type="datetime'''''8'''''''''''''''''">
              <a:rPr lang="ko-KR" altLang="en-US" sz="1400" smtClean="0"/>
              <a:pPr/>
              <a:t>8</a:t>
            </a:fld>
            <a:endParaRPr lang="ko-KR" altLang="en-US" sz="1400" dirty="0"/>
          </a:p>
        </p:txBody>
      </p:sp>
      <p:sp>
        <p:nvSpPr>
          <p:cNvPr id="60" name="텍스트 개체 틀 2">
            <a:extLst>
              <a:ext uri="{FF2B5EF4-FFF2-40B4-BE49-F238E27FC236}">
                <a16:creationId xmlns:a16="http://schemas.microsoft.com/office/drawing/2014/main" id="{9F34448A-B200-4B7A-B993-C1D3C898BC06}"/>
              </a:ext>
            </a:extLst>
          </p:cNvPr>
          <p:cNvSpPr>
            <a:spLocks noGrp="1"/>
          </p:cNvSpPr>
          <p:nvPr>
            <p:custDataLst>
              <p:tags r:id="rId16"/>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8594624-1C42-483B-8F47-A4182C85EFE4}" type="datetime'''''''''''''''''''''''''''9'">
              <a:rPr lang="ko-KR" altLang="en-US" sz="1400" smtClean="0"/>
              <a:pPr/>
              <a:t>9</a:t>
            </a:fld>
            <a:endParaRPr lang="ko-KR" altLang="en-US" sz="1400" dirty="0"/>
          </a:p>
        </p:txBody>
      </p:sp>
      <p:sp useBgFill="1">
        <p:nvSpPr>
          <p:cNvPr id="54" name="텍스트 개체 틀 2">
            <a:extLst>
              <a:ext uri="{FF2B5EF4-FFF2-40B4-BE49-F238E27FC236}">
                <a16:creationId xmlns:a16="http://schemas.microsoft.com/office/drawing/2014/main" id="{19CA0B5E-5372-463A-8528-3FB18396DBA1}"/>
              </a:ext>
            </a:extLst>
          </p:cNvPr>
          <p:cNvSpPr>
            <a:spLocks noGrp="1"/>
          </p:cNvSpPr>
          <p:nvPr>
            <p:custDataLst>
              <p:tags r:id="rId17"/>
            </p:custDataLst>
          </p:nvPr>
        </p:nvSpPr>
        <p:spPr bwMode="gray">
          <a:xfrm>
            <a:off x="3908425" y="287020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87F3F44-1144-48F5-8697-A11F4EF384F5}" type="datetime'''''''''''''''2''2'''''''''''''">
              <a:rPr lang="ko-KR" altLang="en-US" sz="1400" smtClean="0"/>
              <a:pPr marL="0" indent="0" algn="ctr">
                <a:spcBef>
                  <a:spcPct val="0"/>
                </a:spcBef>
                <a:spcAft>
                  <a:spcPct val="0"/>
                </a:spcAft>
                <a:buNone/>
              </a:pPr>
              <a:t>22</a:t>
            </a:fld>
            <a:endParaRPr lang="ko-KR" altLang="en-US" sz="1400" dirty="0"/>
          </a:p>
        </p:txBody>
      </p:sp>
      <p:sp>
        <p:nvSpPr>
          <p:cNvPr id="62" name="텍스트 개체 틀 2">
            <a:extLst>
              <a:ext uri="{FF2B5EF4-FFF2-40B4-BE49-F238E27FC236}">
                <a16:creationId xmlns:a16="http://schemas.microsoft.com/office/drawing/2014/main" id="{1C30981B-0BC8-45D6-A49E-DA536090667A}"/>
              </a:ext>
            </a:extLst>
          </p:cNvPr>
          <p:cNvSpPr>
            <a:spLocks noGrp="1"/>
          </p:cNvSpPr>
          <p:nvPr>
            <p:custDataLst>
              <p:tags r:id="rId18"/>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231085A-A471-4749-9E9B-BE6A12299C6B}" type="datetime'''''1''''''''''''''''''''''''''''''''0'''''''''''''">
              <a:rPr lang="ko-KR" altLang="en-US" sz="1400" smtClean="0"/>
              <a:pPr/>
              <a:t>10</a:t>
            </a:fld>
            <a:endParaRPr lang="ko-KR" altLang="en-US" sz="1400" dirty="0"/>
          </a:p>
        </p:txBody>
      </p:sp>
      <p:sp>
        <p:nvSpPr>
          <p:cNvPr id="66" name="텍스트 개체 틀 2">
            <a:extLst>
              <a:ext uri="{FF2B5EF4-FFF2-40B4-BE49-F238E27FC236}">
                <a16:creationId xmlns:a16="http://schemas.microsoft.com/office/drawing/2014/main" id="{15D59EE6-923A-404F-9941-19A2E9601183}"/>
              </a:ext>
            </a:extLst>
          </p:cNvPr>
          <p:cNvSpPr>
            <a:spLocks noGrp="1"/>
          </p:cNvSpPr>
          <p:nvPr>
            <p:custDataLst>
              <p:tags r:id="rId19"/>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EAD0439-060B-48EB-A922-97E82F621EF1}" type="datetime'''''''12'''''">
              <a:rPr lang="ko-KR" altLang="en-US" sz="1400" smtClean="0"/>
              <a:pPr/>
              <a:t>12</a:t>
            </a:fld>
            <a:endParaRPr lang="ko-KR" altLang="en-US" sz="1400" dirty="0"/>
          </a:p>
        </p:txBody>
      </p:sp>
      <p:sp>
        <p:nvSpPr>
          <p:cNvPr id="83" name="텍스트 개체 틀 2">
            <a:extLst>
              <a:ext uri="{FF2B5EF4-FFF2-40B4-BE49-F238E27FC236}">
                <a16:creationId xmlns:a16="http://schemas.microsoft.com/office/drawing/2014/main" id="{899F5B5A-83C4-4CFF-AFAF-62444CECB50B}"/>
              </a:ext>
            </a:extLst>
          </p:cNvPr>
          <p:cNvSpPr>
            <a:spLocks noGrp="1"/>
          </p:cNvSpPr>
          <p:nvPr>
            <p:custDataLst>
              <p:tags r:id="rId20"/>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A482CC1-4A09-4F0F-A46E-86F1D0EEC9E5}" type="datetime'''''2'">
              <a:rPr lang="ko-KR" altLang="en-US" sz="1400" smtClean="0"/>
              <a:pPr/>
              <a:t>2</a:t>
            </a:fld>
            <a:endParaRPr lang="ko-KR" altLang="en-US" sz="1400" dirty="0"/>
          </a:p>
        </p:txBody>
      </p:sp>
      <p:sp>
        <p:nvSpPr>
          <p:cNvPr id="76" name="텍스트 개체 틀 2">
            <a:extLst>
              <a:ext uri="{FF2B5EF4-FFF2-40B4-BE49-F238E27FC236}">
                <a16:creationId xmlns:a16="http://schemas.microsoft.com/office/drawing/2014/main" id="{F29A0E67-F456-4021-85B8-A295E10154EC}"/>
              </a:ext>
            </a:extLst>
          </p:cNvPr>
          <p:cNvSpPr>
            <a:spLocks noGrp="1"/>
          </p:cNvSpPr>
          <p:nvPr>
            <p:custDataLst>
              <p:tags r:id="rId21"/>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D37F795-9815-4465-8567-2AF3FF981819}" type="datetime'''’''''''''''2''''''6''''''''''''''''.''''''''''''''''''1'">
              <a:rPr lang="ko-KR" altLang="en-US" sz="1400" smtClean="0"/>
              <a:pPr/>
              <a:t>’26.1</a:t>
            </a:fld>
            <a:endParaRPr lang="ko-KR" altLang="en-US" sz="1400" dirty="0"/>
          </a:p>
        </p:txBody>
      </p:sp>
      <p:sp useBgFill="1">
        <p:nvSpPr>
          <p:cNvPr id="94" name="텍스트 개체 틀 2">
            <a:extLst>
              <a:ext uri="{FF2B5EF4-FFF2-40B4-BE49-F238E27FC236}">
                <a16:creationId xmlns:a16="http://schemas.microsoft.com/office/drawing/2014/main" id="{CE772B50-52CE-4F38-9D2F-E92121FA07A7}"/>
              </a:ext>
            </a:extLst>
          </p:cNvPr>
          <p:cNvSpPr>
            <a:spLocks noGrp="1"/>
          </p:cNvSpPr>
          <p:nvPr>
            <p:custDataLst>
              <p:tags r:id="rId22"/>
            </p:custDataLst>
          </p:nvPr>
        </p:nvSpPr>
        <p:spPr bwMode="gray">
          <a:xfrm>
            <a:off x="7631113" y="193040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5852875-E2F2-4AA3-A2C6-6F3A559EC2FB}" type="datetime'''''3''''''''''''''''''''''''''4'''''''''''''''''''''''">
              <a:rPr lang="ko-KR" altLang="en-US" sz="1400" smtClean="0"/>
              <a:pPr/>
              <a:t>34</a:t>
            </a:fld>
            <a:endParaRPr lang="ko-KR" altLang="en-US" sz="1400" dirty="0"/>
          </a:p>
        </p:txBody>
      </p:sp>
      <p:sp>
        <p:nvSpPr>
          <p:cNvPr id="53" name="텍스트 개체 틀 2">
            <a:extLst>
              <a:ext uri="{FF2B5EF4-FFF2-40B4-BE49-F238E27FC236}">
                <a16:creationId xmlns:a16="http://schemas.microsoft.com/office/drawing/2014/main" id="{4B55897A-B204-44FF-B28C-BC0C040B8489}"/>
              </a:ext>
            </a:extLst>
          </p:cNvPr>
          <p:cNvSpPr>
            <a:spLocks noGrp="1"/>
          </p:cNvSpPr>
          <p:nvPr>
            <p:custDataLst>
              <p:tags r:id="rId23"/>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CED87E4-56ED-4D45-934A-AC29DF85A2B4}" type="datetime'''''''3'''''''''''''''''''''''''''''''''">
              <a:rPr lang="ko-KR" altLang="en-US" sz="1400" smtClean="0"/>
              <a:pPr/>
              <a:t>3</a:t>
            </a:fld>
            <a:endParaRPr lang="ko-KR" altLang="en-US" sz="1400" dirty="0"/>
          </a:p>
        </p:txBody>
      </p:sp>
      <p:sp useBgFill="1">
        <p:nvSpPr>
          <p:cNvPr id="87" name="텍스트 개체 틀 2">
            <a:extLst>
              <a:ext uri="{FF2B5EF4-FFF2-40B4-BE49-F238E27FC236}">
                <a16:creationId xmlns:a16="http://schemas.microsoft.com/office/drawing/2014/main" id="{AB849695-551C-4FF1-A0B8-B805A6ADFD54}"/>
              </a:ext>
            </a:extLst>
          </p:cNvPr>
          <p:cNvSpPr>
            <a:spLocks noGrp="1"/>
          </p:cNvSpPr>
          <p:nvPr>
            <p:custDataLst>
              <p:tags r:id="rId24"/>
            </p:custDataLst>
          </p:nvPr>
        </p:nvSpPr>
        <p:spPr bwMode="gray">
          <a:xfrm>
            <a:off x="6804025" y="2605088"/>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B8FF36CA-F3A8-4379-9754-95189FE8939C}" type="datetime'''''''''2''''''''''''''''5'''''''''''''''''''''''''''''''''">
              <a:rPr lang="ko-KR" altLang="en-US" sz="1400" smtClean="0"/>
              <a:pPr/>
              <a:t>25</a:t>
            </a:fld>
            <a:endParaRPr lang="ko-KR" altLang="en-US" sz="1400" dirty="0"/>
          </a:p>
        </p:txBody>
      </p:sp>
      <p:sp>
        <p:nvSpPr>
          <p:cNvPr id="79" name="텍스트 개체 틀 2">
            <a:extLst>
              <a:ext uri="{FF2B5EF4-FFF2-40B4-BE49-F238E27FC236}">
                <a16:creationId xmlns:a16="http://schemas.microsoft.com/office/drawing/2014/main" id="{2259DC99-7185-4873-A615-A06FF6F64F98}"/>
              </a:ext>
            </a:extLst>
          </p:cNvPr>
          <p:cNvSpPr>
            <a:spLocks noGrp="1"/>
          </p:cNvSpPr>
          <p:nvPr>
            <p:custDataLst>
              <p:tags r:id="rId25"/>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7865167-B27E-4897-ACE8-40C89C4DBA8B}" type="datetime'''''''''''''''5'''''''''''''''''''''''''''">
              <a:rPr lang="ko-KR" altLang="en-US" sz="1400" smtClean="0"/>
              <a:pPr/>
              <a:t>5</a:t>
            </a:fld>
            <a:endParaRPr lang="ko-KR" altLang="en-US" sz="1400" dirty="0"/>
          </a:p>
        </p:txBody>
      </p:sp>
      <p:sp>
        <p:nvSpPr>
          <p:cNvPr id="80" name="텍스트 개체 틀 2">
            <a:extLst>
              <a:ext uri="{FF2B5EF4-FFF2-40B4-BE49-F238E27FC236}">
                <a16:creationId xmlns:a16="http://schemas.microsoft.com/office/drawing/2014/main" id="{3195D3EF-8706-462D-97E9-89B2FE9777DD}"/>
              </a:ext>
            </a:extLst>
          </p:cNvPr>
          <p:cNvSpPr>
            <a:spLocks noGrp="1"/>
          </p:cNvSpPr>
          <p:nvPr>
            <p:custDataLst>
              <p:tags r:id="rId26"/>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8AAFA7D-FFDE-45BB-AF10-CC44D825E19A}" type="datetime'''6'''">
              <a:rPr lang="ko-KR" altLang="en-US" sz="1400" smtClean="0"/>
              <a:pPr/>
              <a:t>6</a:t>
            </a:fld>
            <a:endParaRPr lang="ko-KR" altLang="en-US" sz="1400" dirty="0"/>
          </a:p>
        </p:txBody>
      </p:sp>
      <p:sp>
        <p:nvSpPr>
          <p:cNvPr id="81" name="텍스트 개체 틀 2">
            <a:extLst>
              <a:ext uri="{FF2B5EF4-FFF2-40B4-BE49-F238E27FC236}">
                <a16:creationId xmlns:a16="http://schemas.microsoft.com/office/drawing/2014/main" id="{85F18A46-20D4-49BB-80DC-98C8261164A9}"/>
              </a:ext>
            </a:extLst>
          </p:cNvPr>
          <p:cNvSpPr>
            <a:spLocks noGrp="1"/>
          </p:cNvSpPr>
          <p:nvPr>
            <p:custDataLst>
              <p:tags r:id="rId27"/>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C434229-9AAC-4DC4-BBAA-BF3F55CE0F01}" type="datetime'''''''''''''''''''''''''''''''7'''''''''''''''''''''''''''''''">
              <a:rPr lang="ko-KR" altLang="en-US" sz="1400" smtClean="0"/>
              <a:pPr/>
              <a:t>7</a:t>
            </a:fld>
            <a:endParaRPr lang="ko-KR" altLang="en-US" sz="1400" dirty="0"/>
          </a:p>
        </p:txBody>
      </p:sp>
      <p:sp useBgFill="1">
        <p:nvSpPr>
          <p:cNvPr id="85" name="텍스트 개체 틀 2">
            <a:extLst>
              <a:ext uri="{FF2B5EF4-FFF2-40B4-BE49-F238E27FC236}">
                <a16:creationId xmlns:a16="http://schemas.microsoft.com/office/drawing/2014/main" id="{9775E956-DF7A-4C4C-A4EA-C57F736C3AA5}"/>
              </a:ext>
            </a:extLst>
          </p:cNvPr>
          <p:cNvSpPr>
            <a:spLocks noGrp="1"/>
          </p:cNvSpPr>
          <p:nvPr>
            <p:custDataLst>
              <p:tags r:id="rId28"/>
            </p:custDataLst>
          </p:nvPr>
        </p:nvSpPr>
        <p:spPr bwMode="gray">
          <a:xfrm>
            <a:off x="8043863" y="190341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AF048C7-C1DD-4320-906D-825FE85BD5FC}" type="datetime'''''''''''''''''3''''''''''''''4'''''''''''''''''''''''''''''">
              <a:rPr lang="ko-KR" altLang="en-US" sz="1400" smtClean="0"/>
              <a:pPr/>
              <a:t>34</a:t>
            </a:fld>
            <a:endParaRPr lang="ko-KR" altLang="en-US" sz="1400" dirty="0"/>
          </a:p>
        </p:txBody>
      </p:sp>
      <p:sp>
        <p:nvSpPr>
          <p:cNvPr id="84" name="텍스트 개체 틀 2">
            <a:extLst>
              <a:ext uri="{FF2B5EF4-FFF2-40B4-BE49-F238E27FC236}">
                <a16:creationId xmlns:a16="http://schemas.microsoft.com/office/drawing/2014/main" id="{BA0161B5-391C-46B2-A0F6-34A9450F3631}"/>
              </a:ext>
            </a:extLst>
          </p:cNvPr>
          <p:cNvSpPr>
            <a:spLocks noGrp="1"/>
          </p:cNvSpPr>
          <p:nvPr>
            <p:custDataLst>
              <p:tags r:id="rId29"/>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8EDA91-0F60-4979-88BF-75E94D92BDBE}" type="datetime'''''''''''''''''''''''''''9'''''''''''">
              <a:rPr lang="ko-KR" altLang="en-US" sz="1400" smtClean="0"/>
              <a:pPr/>
              <a:t>9</a:t>
            </a:fld>
            <a:endParaRPr lang="ko-KR" altLang="en-US" sz="1400" dirty="0"/>
          </a:p>
        </p:txBody>
      </p:sp>
      <p:sp>
        <p:nvSpPr>
          <p:cNvPr id="82" name="텍스트 개체 틀 2">
            <a:extLst>
              <a:ext uri="{FF2B5EF4-FFF2-40B4-BE49-F238E27FC236}">
                <a16:creationId xmlns:a16="http://schemas.microsoft.com/office/drawing/2014/main" id="{1E919AEA-75F1-4017-B523-21C922DF3F16}"/>
              </a:ext>
            </a:extLst>
          </p:cNvPr>
          <p:cNvSpPr>
            <a:spLocks noGrp="1"/>
          </p:cNvSpPr>
          <p:nvPr>
            <p:custDataLst>
              <p:tags r:id="rId30"/>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1F5660A-00CE-4230-8D7D-D103549EC771}" type="datetime'''''''''''''''''''''''''''''''''''''''''''''''''''''''''''8'">
              <a:rPr lang="ko-KR" altLang="en-US" sz="1400" smtClean="0"/>
              <a:pPr/>
              <a:t>8</a:t>
            </a:fld>
            <a:endParaRPr lang="ko-KR" altLang="en-US" sz="1400" dirty="0"/>
          </a:p>
        </p:txBody>
      </p:sp>
      <p:sp>
        <p:nvSpPr>
          <p:cNvPr id="46" name="텍스트 개체 틀 2">
            <a:extLst>
              <a:ext uri="{FF2B5EF4-FFF2-40B4-BE49-F238E27FC236}">
                <a16:creationId xmlns:a16="http://schemas.microsoft.com/office/drawing/2014/main" id="{15E6401E-8D08-4402-8041-35889ADFDD17}"/>
              </a:ext>
            </a:extLst>
          </p:cNvPr>
          <p:cNvSpPr>
            <a:spLocks noGrp="1"/>
          </p:cNvSpPr>
          <p:nvPr>
            <p:custDataLst>
              <p:tags r:id="rId31"/>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A79D7AD-9AB8-4159-9D3A-ACD1744A3C25}" type="datetime'''''''''''''''''''''''''''''''''''''''2'''''''''''''''">
              <a:rPr lang="ko-KR" altLang="en-US" sz="1400" smtClean="0"/>
              <a:pPr/>
              <a:t>2</a:t>
            </a:fld>
            <a:endParaRPr lang="ko-KR" altLang="en-US" sz="1400" dirty="0"/>
          </a:p>
        </p:txBody>
      </p:sp>
      <p:sp useBgFill="1">
        <p:nvSpPr>
          <p:cNvPr id="40" name="텍스트 개체 틀 2">
            <a:extLst>
              <a:ext uri="{FF2B5EF4-FFF2-40B4-BE49-F238E27FC236}">
                <a16:creationId xmlns:a16="http://schemas.microsoft.com/office/drawing/2014/main" id="{93009B83-3806-402B-B441-CE0F7828BA9E}"/>
              </a:ext>
            </a:extLst>
          </p:cNvPr>
          <p:cNvSpPr>
            <a:spLocks noGrp="1"/>
          </p:cNvSpPr>
          <p:nvPr>
            <p:custDataLst>
              <p:tags r:id="rId32"/>
            </p:custDataLst>
          </p:nvPr>
        </p:nvSpPr>
        <p:spPr bwMode="gray">
          <a:xfrm>
            <a:off x="354013" y="37401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321716E-D874-486A-908F-0EC5F3CB14E0}" type="datetime'''''''''''''''''''''''''''''''1''0'''''''''''''''''''">
              <a:rPr lang="ko-KR" altLang="en-US" sz="1400" smtClean="0"/>
              <a:pPr marL="0" indent="0" algn="ctr">
                <a:spcBef>
                  <a:spcPct val="0"/>
                </a:spcBef>
                <a:spcAft>
                  <a:spcPct val="0"/>
                </a:spcAft>
                <a:buNone/>
              </a:pPr>
              <a:t>10</a:t>
            </a:fld>
            <a:endParaRPr lang="ko-KR" altLang="en-US" sz="1400" dirty="0"/>
          </a:p>
        </p:txBody>
      </p:sp>
      <p:sp useBgFill="1">
        <p:nvSpPr>
          <p:cNvPr id="44" name="텍스트 개체 틀 2">
            <a:extLst>
              <a:ext uri="{FF2B5EF4-FFF2-40B4-BE49-F238E27FC236}">
                <a16:creationId xmlns:a16="http://schemas.microsoft.com/office/drawing/2014/main" id="{A4CB4B5A-18C1-45D0-B45F-2C5C8E9D72E6}"/>
              </a:ext>
            </a:extLst>
          </p:cNvPr>
          <p:cNvSpPr>
            <a:spLocks noGrp="1"/>
          </p:cNvSpPr>
          <p:nvPr>
            <p:custDataLst>
              <p:tags r:id="rId33"/>
            </p:custDataLst>
          </p:nvPr>
        </p:nvSpPr>
        <p:spPr bwMode="gray">
          <a:xfrm>
            <a:off x="5149850" y="287496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A01C85D-3DAF-4F0E-B0A0-E4A1B38DB0D5}" type="datetime'''''''2''''''''''1'''''''''''''">
              <a:rPr lang="ko-KR" altLang="en-US" sz="1400" smtClean="0"/>
              <a:pPr marL="0" indent="0" algn="ctr">
                <a:spcBef>
                  <a:spcPct val="0"/>
                </a:spcBef>
                <a:spcAft>
                  <a:spcPct val="0"/>
                </a:spcAft>
                <a:buNone/>
              </a:pPr>
              <a:t>21</a:t>
            </a:fld>
            <a:endParaRPr lang="ko-KR" altLang="en-US" sz="1400" dirty="0"/>
          </a:p>
        </p:txBody>
      </p:sp>
      <p:sp useBgFill="1">
        <p:nvSpPr>
          <p:cNvPr id="42" name="텍스트 개체 틀 2">
            <a:extLst>
              <a:ext uri="{FF2B5EF4-FFF2-40B4-BE49-F238E27FC236}">
                <a16:creationId xmlns:a16="http://schemas.microsoft.com/office/drawing/2014/main" id="{2AB62F9D-F4E6-48AC-8F92-F124BD2DC68E}"/>
              </a:ext>
            </a:extLst>
          </p:cNvPr>
          <p:cNvSpPr>
            <a:spLocks noGrp="1"/>
          </p:cNvSpPr>
          <p:nvPr>
            <p:custDataLst>
              <p:tags r:id="rId34"/>
            </p:custDataLst>
          </p:nvPr>
        </p:nvSpPr>
        <p:spPr bwMode="gray">
          <a:xfrm>
            <a:off x="2254250" y="359886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F2812A1-9206-4C6C-A6E2-65324A82D703}" type="datetime'''''''''''''''''''''''''''''''1''''''2'''''''''''''''''''''''">
              <a:rPr lang="ko-KR" altLang="en-US" sz="1400" smtClean="0"/>
              <a:pPr marL="0" indent="0" algn="ctr">
                <a:spcBef>
                  <a:spcPct val="0"/>
                </a:spcBef>
                <a:spcAft>
                  <a:spcPct val="0"/>
                </a:spcAft>
                <a:buNone/>
              </a:pPr>
              <a:t>12</a:t>
            </a:fld>
            <a:endParaRPr lang="ko-KR" altLang="en-US" sz="1400" dirty="0"/>
          </a:p>
        </p:txBody>
      </p:sp>
      <p:sp useBgFill="1">
        <p:nvSpPr>
          <p:cNvPr id="51" name="텍스트 개체 틀 2">
            <a:extLst>
              <a:ext uri="{FF2B5EF4-FFF2-40B4-BE49-F238E27FC236}">
                <a16:creationId xmlns:a16="http://schemas.microsoft.com/office/drawing/2014/main" id="{C0A0C817-F409-41DC-B4D5-926CA8BDA0F4}"/>
              </a:ext>
            </a:extLst>
          </p:cNvPr>
          <p:cNvSpPr>
            <a:spLocks noGrp="1"/>
          </p:cNvSpPr>
          <p:nvPr>
            <p:custDataLst>
              <p:tags r:id="rId35"/>
            </p:custDataLst>
          </p:nvPr>
        </p:nvSpPr>
        <p:spPr bwMode="gray">
          <a:xfrm>
            <a:off x="2667000" y="319722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D9E7251-E27B-4710-BB1E-0CCE82C8638C}" type="datetime'''''''''''''''''''''''''''''''''''''''1''''''''''''''''''7'''">
              <a:rPr lang="ko-KR" altLang="en-US" sz="1400" smtClean="0"/>
              <a:pPr marL="0" indent="0" algn="ctr">
                <a:spcBef>
                  <a:spcPct val="0"/>
                </a:spcBef>
                <a:spcAft>
                  <a:spcPct val="0"/>
                </a:spcAft>
                <a:buNone/>
              </a:pPr>
              <a:t>17</a:t>
            </a:fld>
            <a:endParaRPr lang="ko-KR" altLang="en-US" sz="1400" dirty="0"/>
          </a:p>
        </p:txBody>
      </p:sp>
      <p:sp>
        <p:nvSpPr>
          <p:cNvPr id="96" name="텍스트 개체 틀 2">
            <a:extLst>
              <a:ext uri="{FF2B5EF4-FFF2-40B4-BE49-F238E27FC236}">
                <a16:creationId xmlns:a16="http://schemas.microsoft.com/office/drawing/2014/main" id="{E8A12B27-7FB7-43D7-B867-A2BD073AAFC3}"/>
              </a:ext>
            </a:extLst>
          </p:cNvPr>
          <p:cNvSpPr>
            <a:spLocks noGrp="1"/>
          </p:cNvSpPr>
          <p:nvPr>
            <p:custDataLst>
              <p:tags r:id="rId36"/>
            </p:custDataLst>
          </p:nvPr>
        </p:nvSpPr>
        <p:spPr bwMode="auto">
          <a:xfrm>
            <a:off x="8274050" y="2740025"/>
            <a:ext cx="768350"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r>
              <a:rPr lang="en-US" altLang="en-US" sz="1400" b="1" dirty="0">
                <a:solidFill>
                  <a:schemeClr val="bg1"/>
                </a:solidFill>
              </a:rPr>
              <a:t>X4.0</a:t>
            </a:r>
            <a:r>
              <a:rPr lang="ko-KR" altLang="en-US" sz="1400" b="1" dirty="0">
                <a:solidFill>
                  <a:schemeClr val="bg1"/>
                </a:solidFill>
              </a:rPr>
              <a:t>배</a:t>
            </a:r>
          </a:p>
        </p:txBody>
      </p:sp>
    </p:spTree>
    <p:extLst>
      <p:ext uri="{BB962C8B-B14F-4D97-AF65-F5344CB8AC3E}">
        <p14:creationId xmlns:p14="http://schemas.microsoft.com/office/powerpoint/2010/main" val="3724545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CM2 전성욱 본부장 / 3 / 천공의 제국 — 글씨체 수정 최종본" descr="RCM2 전성욱 본부장 — 천공의 제국 — 글씨체 수정 최종본"/>
          <p:cNvPicPr>
            <a:picLocks noChangeAspect="1"/>
          </p:cNvPicPr>
          <p:nvPr/>
        </p:nvPicPr>
        <p:blipFill>
          <a:blip r:embed="rId3"/>
          <a:stretch>
            <a:fillRect/>
          </a:stretch>
        </p:blipFill>
        <p:spPr>
          <a:xfrm>
            <a:off x="2429" y="0"/>
            <a:ext cx="9139142"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571354113"/>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50345"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255" name="직사각형 254">
            <a:extLst>
              <a:ext uri="{FF2B5EF4-FFF2-40B4-BE49-F238E27FC236}">
                <a16:creationId xmlns:a16="http://schemas.microsoft.com/office/drawing/2014/main" id="{DE00A908-919B-48EB-8EC8-3700F05F1A52}"/>
              </a:ext>
            </a:extLst>
          </p:cNvPr>
          <p:cNvSpPr/>
          <p:nvPr/>
        </p:nvSpPr>
        <p:spPr>
          <a:xfrm>
            <a:off x="3852868" y="1089106"/>
            <a:ext cx="1439316" cy="3358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RCM2</a:t>
            </a:r>
            <a:endParaRPr lang="ko-KR" altLang="en-US" sz="1400" b="1" dirty="0">
              <a:solidFill>
                <a:sysClr val="windowText" lastClr="000000"/>
              </a:solidFill>
              <a:latin typeface="Arial" pitchFamily="34" charset="0"/>
            </a:endParaRPr>
          </a:p>
        </p:txBody>
      </p:sp>
      <p:sp>
        <p:nvSpPr>
          <p:cNvPr id="256" name="직사각형 255">
            <a:extLst>
              <a:ext uri="{FF2B5EF4-FFF2-40B4-BE49-F238E27FC236}">
                <a16:creationId xmlns:a16="http://schemas.microsoft.com/office/drawing/2014/main" id="{F005DCF0-E27B-47E6-B5CF-7DC0FD670A3B}"/>
              </a:ext>
            </a:extLst>
          </p:cNvPr>
          <p:cNvSpPr/>
          <p:nvPr/>
        </p:nvSpPr>
        <p:spPr>
          <a:xfrm>
            <a:off x="575556" y="1942995"/>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RCM4</a:t>
            </a:r>
            <a:endParaRPr lang="ko-KR" altLang="en-US" sz="1400" b="1" dirty="0">
              <a:solidFill>
                <a:sysClr val="windowText" lastClr="000000"/>
              </a:solidFill>
              <a:latin typeface="Arial" pitchFamily="34" charset="0"/>
            </a:endParaRPr>
          </a:p>
        </p:txBody>
      </p:sp>
      <p:sp>
        <p:nvSpPr>
          <p:cNvPr id="257" name="직사각형 256">
            <a:extLst>
              <a:ext uri="{FF2B5EF4-FFF2-40B4-BE49-F238E27FC236}">
                <a16:creationId xmlns:a16="http://schemas.microsoft.com/office/drawing/2014/main" id="{1DF98118-35C6-415A-9416-DE7B71033E07}"/>
              </a:ext>
            </a:extLst>
          </p:cNvPr>
          <p:cNvSpPr/>
          <p:nvPr/>
        </p:nvSpPr>
        <p:spPr>
          <a:xfrm>
            <a:off x="3852342" y="1947164"/>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RCM14</a:t>
            </a:r>
            <a:endParaRPr lang="ko-KR" altLang="en-US" sz="1400" b="1" dirty="0">
              <a:solidFill>
                <a:sysClr val="windowText" lastClr="000000"/>
              </a:solidFill>
              <a:latin typeface="Arial" pitchFamily="34" charset="0"/>
            </a:endParaRPr>
          </a:p>
        </p:txBody>
      </p:sp>
      <p:sp>
        <p:nvSpPr>
          <p:cNvPr id="258" name="직사각형 257">
            <a:extLst>
              <a:ext uri="{FF2B5EF4-FFF2-40B4-BE49-F238E27FC236}">
                <a16:creationId xmlns:a16="http://schemas.microsoft.com/office/drawing/2014/main" id="{DDE668E7-4944-4369-BE07-0AA4ECAED0B8}"/>
              </a:ext>
            </a:extLst>
          </p:cNvPr>
          <p:cNvSpPr/>
          <p:nvPr/>
        </p:nvSpPr>
        <p:spPr>
          <a:xfrm>
            <a:off x="575556" y="2758676"/>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RCM5</a:t>
            </a:r>
            <a:endParaRPr lang="ko-KR" altLang="en-US" sz="1400" b="1" dirty="0">
              <a:solidFill>
                <a:sysClr val="windowText" lastClr="000000"/>
              </a:solidFill>
              <a:latin typeface="Arial" pitchFamily="34" charset="0"/>
            </a:endParaRPr>
          </a:p>
        </p:txBody>
      </p:sp>
      <p:sp>
        <p:nvSpPr>
          <p:cNvPr id="261" name="직사각형 260">
            <a:extLst>
              <a:ext uri="{FF2B5EF4-FFF2-40B4-BE49-F238E27FC236}">
                <a16:creationId xmlns:a16="http://schemas.microsoft.com/office/drawing/2014/main" id="{4D34B62E-4E1F-45E7-9636-379ADEB2D437}"/>
              </a:ext>
            </a:extLst>
          </p:cNvPr>
          <p:cNvSpPr/>
          <p:nvPr/>
        </p:nvSpPr>
        <p:spPr>
          <a:xfrm>
            <a:off x="575556" y="3574357"/>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RCM6</a:t>
            </a:r>
            <a:endParaRPr lang="ko-KR" altLang="en-US" sz="1400" b="1" dirty="0">
              <a:solidFill>
                <a:sysClr val="windowText" lastClr="000000"/>
              </a:solidFill>
              <a:latin typeface="Arial" pitchFamily="34" charset="0"/>
            </a:endParaRPr>
          </a:p>
        </p:txBody>
      </p:sp>
      <p:sp>
        <p:nvSpPr>
          <p:cNvPr id="262" name="직사각형 261">
            <a:extLst>
              <a:ext uri="{FF2B5EF4-FFF2-40B4-BE49-F238E27FC236}">
                <a16:creationId xmlns:a16="http://schemas.microsoft.com/office/drawing/2014/main" id="{EEADCE86-77FC-44BD-AFE5-930A6272EA41}"/>
              </a:ext>
            </a:extLst>
          </p:cNvPr>
          <p:cNvSpPr/>
          <p:nvPr/>
        </p:nvSpPr>
        <p:spPr>
          <a:xfrm>
            <a:off x="2195736" y="3580707"/>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RCM7</a:t>
            </a:r>
            <a:endParaRPr lang="ko-KR" altLang="en-US" sz="1400" b="1" dirty="0">
              <a:solidFill>
                <a:sysClr val="windowText" lastClr="000000"/>
              </a:solidFill>
              <a:latin typeface="Arial" pitchFamily="34" charset="0"/>
            </a:endParaRPr>
          </a:p>
        </p:txBody>
      </p:sp>
      <p:sp>
        <p:nvSpPr>
          <p:cNvPr id="263" name="직사각형 262">
            <a:extLst>
              <a:ext uri="{FF2B5EF4-FFF2-40B4-BE49-F238E27FC236}">
                <a16:creationId xmlns:a16="http://schemas.microsoft.com/office/drawing/2014/main" id="{7668780A-002E-4CC5-AD0F-CFF3FA9E2B49}"/>
              </a:ext>
            </a:extLst>
          </p:cNvPr>
          <p:cNvSpPr/>
          <p:nvPr/>
        </p:nvSpPr>
        <p:spPr>
          <a:xfrm>
            <a:off x="2195736" y="4385868"/>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RCM9</a:t>
            </a:r>
            <a:endParaRPr lang="ko-KR" altLang="en-US" sz="1400" b="1" dirty="0">
              <a:solidFill>
                <a:sysClr val="windowText" lastClr="000000"/>
              </a:solidFill>
              <a:latin typeface="Arial" pitchFamily="34" charset="0"/>
            </a:endParaRPr>
          </a:p>
        </p:txBody>
      </p:sp>
      <p:sp>
        <p:nvSpPr>
          <p:cNvPr id="264" name="직사각형 263">
            <a:extLst>
              <a:ext uri="{FF2B5EF4-FFF2-40B4-BE49-F238E27FC236}">
                <a16:creationId xmlns:a16="http://schemas.microsoft.com/office/drawing/2014/main" id="{30E3D462-3BF1-4122-9DD4-6BF3614246B0}"/>
              </a:ext>
            </a:extLst>
          </p:cNvPr>
          <p:cNvSpPr/>
          <p:nvPr/>
        </p:nvSpPr>
        <p:spPr>
          <a:xfrm>
            <a:off x="3815916" y="3574357"/>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RCM8</a:t>
            </a:r>
            <a:endParaRPr lang="ko-KR" altLang="en-US" sz="1400" b="1" dirty="0">
              <a:solidFill>
                <a:sysClr val="windowText" lastClr="000000"/>
              </a:solidFill>
              <a:latin typeface="Arial" pitchFamily="34" charset="0"/>
            </a:endParaRPr>
          </a:p>
        </p:txBody>
      </p:sp>
      <p:cxnSp>
        <p:nvCxnSpPr>
          <p:cNvPr id="266" name="연결선: 꺾임 265">
            <a:extLst>
              <a:ext uri="{FF2B5EF4-FFF2-40B4-BE49-F238E27FC236}">
                <a16:creationId xmlns:a16="http://schemas.microsoft.com/office/drawing/2014/main" id="{482E4186-3393-400E-B7A7-A26046F341E0}"/>
              </a:ext>
            </a:extLst>
          </p:cNvPr>
          <p:cNvCxnSpPr>
            <a:cxnSpLocks/>
            <a:stCxn id="255" idx="2"/>
            <a:endCxn id="256" idx="0"/>
          </p:cNvCxnSpPr>
          <p:nvPr/>
        </p:nvCxnSpPr>
        <p:spPr>
          <a:xfrm rot="5400000">
            <a:off x="2674842" y="45310"/>
            <a:ext cx="518057" cy="3277312"/>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연결선: 꺾임 266">
            <a:extLst>
              <a:ext uri="{FF2B5EF4-FFF2-40B4-BE49-F238E27FC236}">
                <a16:creationId xmlns:a16="http://schemas.microsoft.com/office/drawing/2014/main" id="{351E1800-711A-40F4-B815-892F4559B5EB}"/>
              </a:ext>
            </a:extLst>
          </p:cNvPr>
          <p:cNvCxnSpPr>
            <a:cxnSpLocks/>
            <a:stCxn id="255" idx="2"/>
            <a:endCxn id="257" idx="0"/>
          </p:cNvCxnSpPr>
          <p:nvPr/>
        </p:nvCxnSpPr>
        <p:spPr>
          <a:xfrm rot="5400000">
            <a:off x="4311150" y="1685788"/>
            <a:ext cx="522226" cy="52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직선 연결선 273">
            <a:extLst>
              <a:ext uri="{FF2B5EF4-FFF2-40B4-BE49-F238E27FC236}">
                <a16:creationId xmlns:a16="http://schemas.microsoft.com/office/drawing/2014/main" id="{505D3C72-719F-4A40-B159-6D149DE16BC6}"/>
              </a:ext>
            </a:extLst>
          </p:cNvPr>
          <p:cNvCxnSpPr>
            <a:stCxn id="256" idx="2"/>
            <a:endCxn id="258" idx="0"/>
          </p:cNvCxnSpPr>
          <p:nvPr/>
        </p:nvCxnSpPr>
        <p:spPr>
          <a:xfrm>
            <a:off x="1295214" y="2278827"/>
            <a:ext cx="0" cy="4798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직선 연결선 274">
            <a:extLst>
              <a:ext uri="{FF2B5EF4-FFF2-40B4-BE49-F238E27FC236}">
                <a16:creationId xmlns:a16="http://schemas.microsoft.com/office/drawing/2014/main" id="{9BFB3FC6-808A-4E4F-A596-CB61C8BC5181}"/>
              </a:ext>
            </a:extLst>
          </p:cNvPr>
          <p:cNvCxnSpPr>
            <a:cxnSpLocks/>
            <a:endCxn id="262" idx="0"/>
          </p:cNvCxnSpPr>
          <p:nvPr/>
        </p:nvCxnSpPr>
        <p:spPr>
          <a:xfrm>
            <a:off x="1295214" y="3340782"/>
            <a:ext cx="1620180" cy="23992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직선 연결선 277">
            <a:extLst>
              <a:ext uri="{FF2B5EF4-FFF2-40B4-BE49-F238E27FC236}">
                <a16:creationId xmlns:a16="http://schemas.microsoft.com/office/drawing/2014/main" id="{2714CA7A-EF20-417F-9716-33DE94001311}"/>
              </a:ext>
            </a:extLst>
          </p:cNvPr>
          <p:cNvCxnSpPr>
            <a:cxnSpLocks/>
            <a:stCxn id="262" idx="2"/>
            <a:endCxn id="263" idx="0"/>
          </p:cNvCxnSpPr>
          <p:nvPr/>
        </p:nvCxnSpPr>
        <p:spPr>
          <a:xfrm>
            <a:off x="2915394" y="3916539"/>
            <a:ext cx="0" cy="469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연결선: 꺾임 281">
            <a:extLst>
              <a:ext uri="{FF2B5EF4-FFF2-40B4-BE49-F238E27FC236}">
                <a16:creationId xmlns:a16="http://schemas.microsoft.com/office/drawing/2014/main" id="{7940C5CE-857F-4D41-811C-13BC25C695C3}"/>
              </a:ext>
            </a:extLst>
          </p:cNvPr>
          <p:cNvCxnSpPr>
            <a:stCxn id="258" idx="2"/>
            <a:endCxn id="261" idx="0"/>
          </p:cNvCxnSpPr>
          <p:nvPr/>
        </p:nvCxnSpPr>
        <p:spPr>
          <a:xfrm>
            <a:off x="1295214" y="3094508"/>
            <a:ext cx="0" cy="479849"/>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연결선: 꺾임 282">
            <a:extLst>
              <a:ext uri="{FF2B5EF4-FFF2-40B4-BE49-F238E27FC236}">
                <a16:creationId xmlns:a16="http://schemas.microsoft.com/office/drawing/2014/main" id="{E980ECBC-E39A-4011-9E1C-F2303E8BEB54}"/>
              </a:ext>
            </a:extLst>
          </p:cNvPr>
          <p:cNvCxnSpPr>
            <a:cxnSpLocks/>
            <a:stCxn id="258" idx="2"/>
            <a:endCxn id="264" idx="0"/>
          </p:cNvCxnSpPr>
          <p:nvPr/>
        </p:nvCxnSpPr>
        <p:spPr>
          <a:xfrm rot="16200000" flipH="1">
            <a:off x="2675470" y="1714252"/>
            <a:ext cx="479849" cy="324036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연결선: 꺾임 27">
            <a:extLst>
              <a:ext uri="{FF2B5EF4-FFF2-40B4-BE49-F238E27FC236}">
                <a16:creationId xmlns:a16="http://schemas.microsoft.com/office/drawing/2014/main" id="{5B824E54-9329-4798-BAC2-8EB90B56526C}"/>
              </a:ext>
            </a:extLst>
          </p:cNvPr>
          <p:cNvCxnSpPr>
            <a:cxnSpLocks/>
          </p:cNvCxnSpPr>
          <p:nvPr/>
        </p:nvCxnSpPr>
        <p:spPr>
          <a:xfrm>
            <a:off x="1295213" y="2516033"/>
            <a:ext cx="1620603" cy="237455"/>
          </a:xfrm>
          <a:prstGeom prst="bentConnector3">
            <a:avLst>
              <a:gd name="adj1" fmla="val 100155"/>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직사각형 28">
            <a:extLst>
              <a:ext uri="{FF2B5EF4-FFF2-40B4-BE49-F238E27FC236}">
                <a16:creationId xmlns:a16="http://schemas.microsoft.com/office/drawing/2014/main" id="{B408FF10-4DDC-4992-AB44-B862EDF41FA2}"/>
              </a:ext>
            </a:extLst>
          </p:cNvPr>
          <p:cNvSpPr/>
          <p:nvPr/>
        </p:nvSpPr>
        <p:spPr>
          <a:xfrm>
            <a:off x="2195736" y="2753488"/>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RCM12</a:t>
            </a:r>
            <a:endParaRPr lang="ko-KR" altLang="en-US" sz="1400" b="1" dirty="0">
              <a:solidFill>
                <a:sysClr val="windowText" lastClr="000000"/>
              </a:solidFill>
              <a:latin typeface="Arial" pitchFamily="34" charset="0"/>
            </a:endParaRPr>
          </a:p>
        </p:txBody>
      </p:sp>
      <p:cxnSp>
        <p:nvCxnSpPr>
          <p:cNvPr id="47" name="연결선: 꺾임 46">
            <a:extLst>
              <a:ext uri="{FF2B5EF4-FFF2-40B4-BE49-F238E27FC236}">
                <a16:creationId xmlns:a16="http://schemas.microsoft.com/office/drawing/2014/main" id="{D1891FC8-AB72-43CC-A7D9-25401EDC2614}"/>
              </a:ext>
            </a:extLst>
          </p:cNvPr>
          <p:cNvCxnSpPr>
            <a:cxnSpLocks/>
            <a:endCxn id="48" idx="0"/>
          </p:cNvCxnSpPr>
          <p:nvPr/>
        </p:nvCxnSpPr>
        <p:spPr>
          <a:xfrm>
            <a:off x="4572527" y="1678130"/>
            <a:ext cx="3276259" cy="2648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직사각형 51">
            <a:extLst>
              <a:ext uri="{FF2B5EF4-FFF2-40B4-BE49-F238E27FC236}">
                <a16:creationId xmlns:a16="http://schemas.microsoft.com/office/drawing/2014/main" id="{DC1CA48E-5423-492A-AFC7-43C6FCF75E65}"/>
              </a:ext>
            </a:extLst>
          </p:cNvPr>
          <p:cNvSpPr/>
          <p:nvPr/>
        </p:nvSpPr>
        <p:spPr>
          <a:xfrm>
            <a:off x="7129128" y="2765025"/>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RCM11</a:t>
            </a:r>
            <a:endParaRPr lang="ko-KR" altLang="en-US" sz="1400" b="1" dirty="0">
              <a:solidFill>
                <a:sysClr val="windowText" lastClr="000000"/>
              </a:solidFill>
              <a:latin typeface="Arial" pitchFamily="34" charset="0"/>
            </a:endParaRPr>
          </a:p>
        </p:txBody>
      </p:sp>
      <p:cxnSp>
        <p:nvCxnSpPr>
          <p:cNvPr id="53" name="직선 연결선 52">
            <a:extLst>
              <a:ext uri="{FF2B5EF4-FFF2-40B4-BE49-F238E27FC236}">
                <a16:creationId xmlns:a16="http://schemas.microsoft.com/office/drawing/2014/main" id="{24C25315-C1BE-47F9-BF31-928DBA364060}"/>
              </a:ext>
            </a:extLst>
          </p:cNvPr>
          <p:cNvCxnSpPr>
            <a:cxnSpLocks/>
            <a:stCxn id="48" idx="2"/>
            <a:endCxn id="52" idx="0"/>
          </p:cNvCxnSpPr>
          <p:nvPr/>
        </p:nvCxnSpPr>
        <p:spPr>
          <a:xfrm>
            <a:off x="7848786" y="2278827"/>
            <a:ext cx="0" cy="486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2B55BE41-CAA2-4C41-97CA-3BF3C2B1647A}"/>
              </a:ext>
            </a:extLst>
          </p:cNvPr>
          <p:cNvSpPr/>
          <p:nvPr/>
        </p:nvSpPr>
        <p:spPr>
          <a:xfrm>
            <a:off x="7129128" y="3574357"/>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RCM13</a:t>
            </a:r>
            <a:endParaRPr lang="ko-KR" altLang="en-US" sz="1400" b="1" dirty="0">
              <a:solidFill>
                <a:sysClr val="windowText" lastClr="000000"/>
              </a:solidFill>
              <a:latin typeface="Arial" pitchFamily="34" charset="0"/>
            </a:endParaRPr>
          </a:p>
        </p:txBody>
      </p:sp>
      <p:cxnSp>
        <p:nvCxnSpPr>
          <p:cNvPr id="55" name="직선 연결선 54">
            <a:extLst>
              <a:ext uri="{FF2B5EF4-FFF2-40B4-BE49-F238E27FC236}">
                <a16:creationId xmlns:a16="http://schemas.microsoft.com/office/drawing/2014/main" id="{25050147-CA29-4C7E-849C-26A9E8F7B87D}"/>
              </a:ext>
            </a:extLst>
          </p:cNvPr>
          <p:cNvCxnSpPr>
            <a:cxnSpLocks/>
            <a:stCxn id="52" idx="2"/>
            <a:endCxn id="54" idx="0"/>
          </p:cNvCxnSpPr>
          <p:nvPr/>
        </p:nvCxnSpPr>
        <p:spPr>
          <a:xfrm>
            <a:off x="7848786" y="3100857"/>
            <a:ext cx="0" cy="473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직사각형 55">
            <a:extLst>
              <a:ext uri="{FF2B5EF4-FFF2-40B4-BE49-F238E27FC236}">
                <a16:creationId xmlns:a16="http://schemas.microsoft.com/office/drawing/2014/main" id="{7E68DB7E-3B9C-4F4D-A141-4FB3F63EEC59}"/>
              </a:ext>
            </a:extLst>
          </p:cNvPr>
          <p:cNvSpPr/>
          <p:nvPr/>
        </p:nvSpPr>
        <p:spPr>
          <a:xfrm>
            <a:off x="5472100" y="3574357"/>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RCM15</a:t>
            </a:r>
            <a:endParaRPr lang="ko-KR" altLang="en-US" sz="1400" b="1" dirty="0">
              <a:solidFill>
                <a:sysClr val="windowText" lastClr="000000"/>
              </a:solidFill>
              <a:latin typeface="Arial" pitchFamily="34" charset="0"/>
            </a:endParaRPr>
          </a:p>
        </p:txBody>
      </p:sp>
      <p:cxnSp>
        <p:nvCxnSpPr>
          <p:cNvPr id="57" name="연결선: 꺾임 56">
            <a:extLst>
              <a:ext uri="{FF2B5EF4-FFF2-40B4-BE49-F238E27FC236}">
                <a16:creationId xmlns:a16="http://schemas.microsoft.com/office/drawing/2014/main" id="{FA23B335-4BF3-4574-8EF8-B62FFE59E279}"/>
              </a:ext>
            </a:extLst>
          </p:cNvPr>
          <p:cNvCxnSpPr>
            <a:cxnSpLocks/>
            <a:endCxn id="56" idx="0"/>
          </p:cNvCxnSpPr>
          <p:nvPr/>
        </p:nvCxnSpPr>
        <p:spPr>
          <a:xfrm>
            <a:off x="4544253" y="3340782"/>
            <a:ext cx="1647505" cy="23357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직사각형 59">
            <a:extLst>
              <a:ext uri="{FF2B5EF4-FFF2-40B4-BE49-F238E27FC236}">
                <a16:creationId xmlns:a16="http://schemas.microsoft.com/office/drawing/2014/main" id="{ADA59BEA-7988-4A0A-BB7F-E8FD3765DEC3}"/>
              </a:ext>
            </a:extLst>
          </p:cNvPr>
          <p:cNvSpPr/>
          <p:nvPr/>
        </p:nvSpPr>
        <p:spPr>
          <a:xfrm>
            <a:off x="7129128" y="4386266"/>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RCM16</a:t>
            </a:r>
            <a:endParaRPr lang="ko-KR" altLang="en-US" sz="1400" b="1" dirty="0">
              <a:solidFill>
                <a:sysClr val="windowText" lastClr="000000"/>
              </a:solidFill>
              <a:latin typeface="Arial" pitchFamily="34" charset="0"/>
            </a:endParaRPr>
          </a:p>
        </p:txBody>
      </p:sp>
      <p:cxnSp>
        <p:nvCxnSpPr>
          <p:cNvPr id="61" name="직선 연결선 60">
            <a:extLst>
              <a:ext uri="{FF2B5EF4-FFF2-40B4-BE49-F238E27FC236}">
                <a16:creationId xmlns:a16="http://schemas.microsoft.com/office/drawing/2014/main" id="{643B63BD-2908-4823-905C-DA43C0C43581}"/>
              </a:ext>
            </a:extLst>
          </p:cNvPr>
          <p:cNvCxnSpPr>
            <a:cxnSpLocks/>
            <a:stCxn id="54" idx="2"/>
            <a:endCxn id="60" idx="0"/>
          </p:cNvCxnSpPr>
          <p:nvPr/>
        </p:nvCxnSpPr>
        <p:spPr>
          <a:xfrm>
            <a:off x="7848786" y="3910189"/>
            <a:ext cx="0" cy="476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제목 18">
            <a:extLst>
              <a:ext uri="{FF2B5EF4-FFF2-40B4-BE49-F238E27FC236}">
                <a16:creationId xmlns:a16="http://schemas.microsoft.com/office/drawing/2014/main" id="{602A05ED-722C-4536-B5EB-450605FFC940}"/>
              </a:ext>
            </a:extLst>
          </p:cNvPr>
          <p:cNvSpPr>
            <a:spLocks noGrp="1"/>
          </p:cNvSpPr>
          <p:nvPr>
            <p:ph type="title"/>
          </p:nvPr>
        </p:nvSpPr>
        <p:spPr/>
        <p:txBody>
          <a:bodyPr vert="horz"/>
          <a:lstStyle/>
          <a:p>
            <a:r>
              <a:rPr lang="en-US" altLang="ko-KR" dirty="0"/>
              <a:t>RCM2 </a:t>
            </a:r>
            <a:r>
              <a:rPr lang="ko-KR" altLang="en-US" dirty="0"/>
              <a:t>계보도</a:t>
            </a:r>
          </a:p>
        </p:txBody>
      </p:sp>
      <p:sp>
        <p:nvSpPr>
          <p:cNvPr id="48" name="직사각형 47">
            <a:extLst>
              <a:ext uri="{FF2B5EF4-FFF2-40B4-BE49-F238E27FC236}">
                <a16:creationId xmlns:a16="http://schemas.microsoft.com/office/drawing/2014/main" id="{341C18FA-3C36-4866-B6FA-C5A7E1314B2D}"/>
              </a:ext>
            </a:extLst>
          </p:cNvPr>
          <p:cNvSpPr/>
          <p:nvPr/>
        </p:nvSpPr>
        <p:spPr>
          <a:xfrm>
            <a:off x="7129128" y="1942995"/>
            <a:ext cx="1439316" cy="3358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ysClr val="windowText" lastClr="000000"/>
                </a:solidFill>
                <a:latin typeface="Arial" pitchFamily="34" charset="0"/>
              </a:rPr>
              <a:t>대전</a:t>
            </a:r>
            <a:r>
              <a:rPr lang="en-US" altLang="ko-KR" sz="1400" b="1" dirty="0">
                <a:solidFill>
                  <a:sysClr val="windowText" lastClr="000000"/>
                </a:solidFill>
                <a:latin typeface="Arial" pitchFamily="34" charset="0"/>
              </a:rPr>
              <a:t>RCM10</a:t>
            </a:r>
            <a:endParaRPr lang="ko-KR" altLang="en-US" sz="1400" b="1" dirty="0">
              <a:solidFill>
                <a:sysClr val="windowText" lastClr="000000"/>
              </a:solidFill>
              <a:latin typeface="Arial" pitchFamily="34" charset="0"/>
            </a:endParaRPr>
          </a:p>
        </p:txBody>
      </p:sp>
    </p:spTree>
    <p:extLst>
      <p:ext uri="{BB962C8B-B14F-4D97-AF65-F5344CB8AC3E}">
        <p14:creationId xmlns:p14="http://schemas.microsoft.com/office/powerpoint/2010/main" val="2496669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3006897015"/>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56493" name="think-cell Slide" r:id="rId43" imgW="270" imgH="270" progId="TCLayout.ActiveDocument.1">
                  <p:embed/>
                </p:oleObj>
              </mc:Choice>
              <mc:Fallback>
                <p:oleObj name="think-cell Slide" r:id="rId43" imgW="270" imgH="270" progId="TCLayout.ActiveDocument.1">
                  <p:embed/>
                  <p:pic>
                    <p:nvPicPr>
                      <p:cNvPr id="17" name="개체 16" hidden="1"/>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19" name="제목 18">
            <a:extLst>
              <a:ext uri="{FF2B5EF4-FFF2-40B4-BE49-F238E27FC236}">
                <a16:creationId xmlns:a16="http://schemas.microsoft.com/office/drawing/2014/main" id="{602A05ED-722C-4536-B5EB-450605FFC940}"/>
              </a:ext>
            </a:extLst>
          </p:cNvPr>
          <p:cNvSpPr>
            <a:spLocks noGrp="1"/>
          </p:cNvSpPr>
          <p:nvPr>
            <p:ph type="title"/>
          </p:nvPr>
        </p:nvSpPr>
        <p:spPr/>
        <p:txBody>
          <a:bodyPr vert="horz"/>
          <a:lstStyle/>
          <a:p>
            <a:r>
              <a:rPr lang="ko-KR" altLang="en-US" dirty="0"/>
              <a:t>명실상부 </a:t>
            </a:r>
            <a:r>
              <a:rPr lang="en-US" altLang="ko-KR" dirty="0"/>
              <a:t>TA </a:t>
            </a:r>
            <a:r>
              <a:rPr lang="ko-KR" altLang="en-US" dirty="0"/>
              <a:t>최고의 프랜차이즈</a:t>
            </a:r>
          </a:p>
        </p:txBody>
      </p:sp>
      <p:graphicFrame>
        <p:nvGraphicFramePr>
          <p:cNvPr id="220" name="Chart 3">
            <a:extLst>
              <a:ext uri="{FF2B5EF4-FFF2-40B4-BE49-F238E27FC236}">
                <a16:creationId xmlns:a16="http://schemas.microsoft.com/office/drawing/2014/main" id="{84EFEABD-A3F1-47FC-9759-7DDE8DE1AEC1}"/>
              </a:ext>
            </a:extLst>
          </p:cNvPr>
          <p:cNvGraphicFramePr/>
          <p:nvPr>
            <p:custDataLst>
              <p:tags r:id="rId4"/>
            </p:custDataLst>
            <p:extLst>
              <p:ext uri="{D42A27DB-BD31-4B8C-83A1-F6EECF244321}">
                <p14:modId xmlns:p14="http://schemas.microsoft.com/office/powerpoint/2010/main" val="3234452615"/>
              </p:ext>
            </p:extLst>
          </p:nvPr>
        </p:nvGraphicFramePr>
        <p:xfrm>
          <a:off x="227013" y="782638"/>
          <a:ext cx="8591550" cy="3684587"/>
        </p:xfrm>
        <a:graphic>
          <a:graphicData uri="http://schemas.openxmlformats.org/drawingml/2006/chart">
            <c:chart xmlns:c="http://schemas.openxmlformats.org/drawingml/2006/chart" xmlns:r="http://schemas.openxmlformats.org/officeDocument/2006/relationships" r:id="rId45"/>
          </a:graphicData>
        </a:graphic>
      </p:graphicFrame>
      <p:cxnSp>
        <p:nvCxnSpPr>
          <p:cNvPr id="166" name="직선 연결선 165">
            <a:extLst>
              <a:ext uri="{FF2B5EF4-FFF2-40B4-BE49-F238E27FC236}">
                <a16:creationId xmlns:a16="http://schemas.microsoft.com/office/drawing/2014/main" id="{AF06AB87-CF87-493D-88E7-72BB99C193CC}"/>
              </a:ext>
            </a:extLst>
          </p:cNvPr>
          <p:cNvCxnSpPr/>
          <p:nvPr>
            <p:custDataLst>
              <p:tags r:id="rId5"/>
            </p:custDataLst>
          </p:nvPr>
        </p:nvCxnSpPr>
        <p:spPr bwMode="auto">
          <a:xfrm>
            <a:off x="309563" y="4313238"/>
            <a:ext cx="8315325"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0" name="직선 연결선 169">
            <a:extLst>
              <a:ext uri="{FF2B5EF4-FFF2-40B4-BE49-F238E27FC236}">
                <a16:creationId xmlns:a16="http://schemas.microsoft.com/office/drawing/2014/main" id="{D45D2B91-FD38-486E-904E-45C27A38FBB3}"/>
              </a:ext>
            </a:extLst>
          </p:cNvPr>
          <p:cNvCxnSpPr/>
          <p:nvPr>
            <p:custDataLst>
              <p:tags r:id="rId6"/>
            </p:custDataLst>
          </p:nvPr>
        </p:nvCxnSpPr>
        <p:spPr bwMode="auto">
          <a:xfrm flipV="1">
            <a:off x="8582025" y="1141412"/>
            <a:ext cx="0" cy="3175000"/>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8" name="텍스트 개체 틀 2">
            <a:extLst>
              <a:ext uri="{FF2B5EF4-FFF2-40B4-BE49-F238E27FC236}">
                <a16:creationId xmlns:a16="http://schemas.microsoft.com/office/drawing/2014/main" id="{984B91B7-AA08-4BD5-A172-AE51D0779266}"/>
              </a:ext>
            </a:extLst>
          </p:cNvPr>
          <p:cNvSpPr>
            <a:spLocks noGrp="1"/>
          </p:cNvSpPr>
          <p:nvPr>
            <p:custDataLst>
              <p:tags r:id="rId7"/>
            </p:custDataLst>
          </p:nvPr>
        </p:nvSpPr>
        <p:spPr bwMode="auto">
          <a:xfrm>
            <a:off x="19081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A5ADB02-CD42-4F60-B0EA-4079C403EDCC}" type="datetime'''''''''''''''''''''''''5'''''''''''''''''''">
              <a:rPr lang="ko-KR" altLang="en-US" sz="1400" smtClean="0"/>
              <a:pPr/>
              <a:t>5</a:t>
            </a:fld>
            <a:endParaRPr lang="ko-KR" altLang="en-US" sz="1400" dirty="0"/>
          </a:p>
        </p:txBody>
      </p:sp>
      <p:sp>
        <p:nvSpPr>
          <p:cNvPr id="46" name="텍스트 개체 틀 2">
            <a:extLst>
              <a:ext uri="{FF2B5EF4-FFF2-40B4-BE49-F238E27FC236}">
                <a16:creationId xmlns:a16="http://schemas.microsoft.com/office/drawing/2014/main" id="{C7AD7DC5-19EC-4D35-BE67-B6C95D83A976}"/>
              </a:ext>
            </a:extLst>
          </p:cNvPr>
          <p:cNvSpPr>
            <a:spLocks noGrp="1"/>
          </p:cNvSpPr>
          <p:nvPr>
            <p:custDataLst>
              <p:tags r:id="rId8"/>
            </p:custDataLst>
          </p:nvPr>
        </p:nvSpPr>
        <p:spPr bwMode="auto">
          <a:xfrm>
            <a:off x="6683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352F8736-1FAD-4D0D-B642-07AF8F066030}" type="datetime'''''''''''''''''''''''''''''''''''''''''''2'''">
              <a:rPr lang="ko-KR" altLang="en-US" sz="1400" smtClean="0"/>
              <a:pPr/>
              <a:t>2</a:t>
            </a:fld>
            <a:endParaRPr lang="ko-KR" altLang="en-US" sz="1400" dirty="0"/>
          </a:p>
        </p:txBody>
      </p:sp>
      <p:sp>
        <p:nvSpPr>
          <p:cNvPr id="49" name="텍스트 개체 틀 2">
            <a:extLst>
              <a:ext uri="{FF2B5EF4-FFF2-40B4-BE49-F238E27FC236}">
                <a16:creationId xmlns:a16="http://schemas.microsoft.com/office/drawing/2014/main" id="{780C3E63-D5D1-4EE8-8587-39C4ACA6A53C}"/>
              </a:ext>
            </a:extLst>
          </p:cNvPr>
          <p:cNvSpPr>
            <a:spLocks noGrp="1"/>
          </p:cNvSpPr>
          <p:nvPr>
            <p:custDataLst>
              <p:tags r:id="rId9"/>
            </p:custDataLst>
          </p:nvPr>
        </p:nvSpPr>
        <p:spPr bwMode="auto">
          <a:xfrm>
            <a:off x="10810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D07DBFB-B806-4865-8113-C26F8C15A5B6}" type="datetime'''''''''''''''''''''''''''3'''''''">
              <a:rPr lang="ko-KR" altLang="en-US" sz="1400" smtClean="0"/>
              <a:pPr/>
              <a:t>3</a:t>
            </a:fld>
            <a:endParaRPr lang="ko-KR" altLang="en-US" sz="1400" dirty="0"/>
          </a:p>
        </p:txBody>
      </p:sp>
      <p:sp>
        <p:nvSpPr>
          <p:cNvPr id="51" name="텍스트 개체 틀 2">
            <a:extLst>
              <a:ext uri="{FF2B5EF4-FFF2-40B4-BE49-F238E27FC236}">
                <a16:creationId xmlns:a16="http://schemas.microsoft.com/office/drawing/2014/main" id="{5C94B3E4-C941-4CEF-A3ED-5BB38FA4B774}"/>
              </a:ext>
            </a:extLst>
          </p:cNvPr>
          <p:cNvSpPr>
            <a:spLocks noGrp="1"/>
          </p:cNvSpPr>
          <p:nvPr>
            <p:custDataLst>
              <p:tags r:id="rId10"/>
            </p:custDataLst>
          </p:nvPr>
        </p:nvSpPr>
        <p:spPr bwMode="auto">
          <a:xfrm>
            <a:off x="14954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DB0BEFD7-95EF-49A9-9538-6003FCEE4176}" type="datetime'''''''''''''''''''''''''''''''''4'''''''''''''''''''''''">
              <a:rPr lang="ko-KR" altLang="en-US" sz="1400" smtClean="0"/>
              <a:pPr/>
              <a:t>4</a:t>
            </a:fld>
            <a:endParaRPr lang="ko-KR" altLang="en-US" sz="1400" dirty="0"/>
          </a:p>
        </p:txBody>
      </p:sp>
      <p:sp>
        <p:nvSpPr>
          <p:cNvPr id="59" name="텍스트 개체 틀 2">
            <a:extLst>
              <a:ext uri="{FF2B5EF4-FFF2-40B4-BE49-F238E27FC236}">
                <a16:creationId xmlns:a16="http://schemas.microsoft.com/office/drawing/2014/main" id="{395FE5B8-A043-48BC-A185-72057122BDD0}"/>
              </a:ext>
            </a:extLst>
          </p:cNvPr>
          <p:cNvSpPr>
            <a:spLocks noGrp="1"/>
          </p:cNvSpPr>
          <p:nvPr>
            <p:custDataLst>
              <p:tags r:id="rId11"/>
            </p:custDataLst>
          </p:nvPr>
        </p:nvSpPr>
        <p:spPr bwMode="auto">
          <a:xfrm>
            <a:off x="232251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CDB2FEE-6D95-4378-A5B6-1E7C02E7AAC6}" type="datetime'''''6'''''''''">
              <a:rPr lang="ko-KR" altLang="en-US" sz="1400" smtClean="0"/>
              <a:pPr/>
              <a:t>6</a:t>
            </a:fld>
            <a:endParaRPr lang="ko-KR" altLang="en-US" sz="1400" dirty="0"/>
          </a:p>
        </p:txBody>
      </p:sp>
      <p:sp>
        <p:nvSpPr>
          <p:cNvPr id="63" name="텍스트 개체 틀 2">
            <a:extLst>
              <a:ext uri="{FF2B5EF4-FFF2-40B4-BE49-F238E27FC236}">
                <a16:creationId xmlns:a16="http://schemas.microsoft.com/office/drawing/2014/main" id="{2E252FF1-EB2B-4241-8B35-3BBCAC9F86FA}"/>
              </a:ext>
            </a:extLst>
          </p:cNvPr>
          <p:cNvSpPr>
            <a:spLocks noGrp="1"/>
          </p:cNvSpPr>
          <p:nvPr>
            <p:custDataLst>
              <p:tags r:id="rId12"/>
            </p:custDataLst>
          </p:nvPr>
        </p:nvSpPr>
        <p:spPr bwMode="auto">
          <a:xfrm>
            <a:off x="27352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93FAC2A-3A46-41EE-986A-FA0E1A9B4ED1}" type="datetime'''''''''''''''''''''''''7'''''''''''''''''''''''''''''">
              <a:rPr lang="ko-KR" altLang="en-US" sz="1400" smtClean="0"/>
              <a:pPr/>
              <a:t>7</a:t>
            </a:fld>
            <a:endParaRPr lang="ko-KR" altLang="en-US" sz="1400" dirty="0"/>
          </a:p>
        </p:txBody>
      </p:sp>
      <p:sp>
        <p:nvSpPr>
          <p:cNvPr id="76" name="텍스트 개체 틀 2">
            <a:extLst>
              <a:ext uri="{FF2B5EF4-FFF2-40B4-BE49-F238E27FC236}">
                <a16:creationId xmlns:a16="http://schemas.microsoft.com/office/drawing/2014/main" id="{BF883468-2B67-4FB1-AF77-BBD837667F44}"/>
              </a:ext>
            </a:extLst>
          </p:cNvPr>
          <p:cNvSpPr>
            <a:spLocks noGrp="1"/>
          </p:cNvSpPr>
          <p:nvPr>
            <p:custDataLst>
              <p:tags r:id="rId13"/>
            </p:custDataLst>
          </p:nvPr>
        </p:nvSpPr>
        <p:spPr bwMode="auto">
          <a:xfrm>
            <a:off x="60452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EC6E3758-0718-4D5E-BD7A-CA61BBD2CE30}" type="datetime'''''''''''''''''''3'''''''''''''''''''''''''''''''''''">
              <a:rPr lang="ko-KR" altLang="en-US" sz="1400" smtClean="0"/>
              <a:pPr/>
              <a:t>3</a:t>
            </a:fld>
            <a:endParaRPr lang="ko-KR" altLang="en-US" sz="1400" dirty="0"/>
          </a:p>
        </p:txBody>
      </p:sp>
      <p:sp>
        <p:nvSpPr>
          <p:cNvPr id="64" name="텍스트 개체 틀 2">
            <a:extLst>
              <a:ext uri="{FF2B5EF4-FFF2-40B4-BE49-F238E27FC236}">
                <a16:creationId xmlns:a16="http://schemas.microsoft.com/office/drawing/2014/main" id="{452677C0-ACE5-4027-8309-049EEC77A3A6}"/>
              </a:ext>
            </a:extLst>
          </p:cNvPr>
          <p:cNvSpPr>
            <a:spLocks noGrp="1"/>
          </p:cNvSpPr>
          <p:nvPr>
            <p:custDataLst>
              <p:tags r:id="rId14"/>
            </p:custDataLst>
          </p:nvPr>
        </p:nvSpPr>
        <p:spPr bwMode="auto">
          <a:xfrm>
            <a:off x="314960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FCB88AFD-2CD2-42AD-8F7D-B7D3EEED1938}" type="datetime'''8'''''''''''''''''''''''''''''''''''''''''">
              <a:rPr lang="ko-KR" altLang="en-US" sz="1400" smtClean="0"/>
              <a:pPr/>
              <a:t>8</a:t>
            </a:fld>
            <a:endParaRPr lang="ko-KR" altLang="en-US" sz="1400" dirty="0"/>
          </a:p>
        </p:txBody>
      </p:sp>
      <p:sp useBgFill="1">
        <p:nvSpPr>
          <p:cNvPr id="188" name="텍스트 개체 틀 2">
            <a:extLst>
              <a:ext uri="{FF2B5EF4-FFF2-40B4-BE49-F238E27FC236}">
                <a16:creationId xmlns:a16="http://schemas.microsoft.com/office/drawing/2014/main" id="{2AE90C93-40B0-42C6-84CA-D53B318CAA06}"/>
              </a:ext>
            </a:extLst>
          </p:cNvPr>
          <p:cNvSpPr>
            <a:spLocks noGrp="1"/>
          </p:cNvSpPr>
          <p:nvPr>
            <p:custDataLst>
              <p:tags r:id="rId15"/>
            </p:custDataLst>
          </p:nvPr>
        </p:nvSpPr>
        <p:spPr bwMode="gray">
          <a:xfrm>
            <a:off x="6340475" y="2087563"/>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AB5592D4-E5DB-4715-BB9B-253CC853008E}" type="datetime'''1''''''''''''''''''''''''''''''''''''''''4''''''''''''''''0'">
              <a:rPr lang="ko-KR" altLang="en-US" sz="1400" smtClean="0"/>
              <a:pPr/>
              <a:t>140</a:t>
            </a:fld>
            <a:endParaRPr lang="ko-KR" altLang="en-US" sz="1400" dirty="0"/>
          </a:p>
        </p:txBody>
      </p:sp>
      <p:sp>
        <p:nvSpPr>
          <p:cNvPr id="65" name="텍스트 개체 틀 2">
            <a:extLst>
              <a:ext uri="{FF2B5EF4-FFF2-40B4-BE49-F238E27FC236}">
                <a16:creationId xmlns:a16="http://schemas.microsoft.com/office/drawing/2014/main" id="{B7FBDB16-6091-4DDD-9E65-FDEF07A7D390}"/>
              </a:ext>
            </a:extLst>
          </p:cNvPr>
          <p:cNvSpPr>
            <a:spLocks noGrp="1"/>
          </p:cNvSpPr>
          <p:nvPr>
            <p:custDataLst>
              <p:tags r:id="rId16"/>
            </p:custDataLst>
          </p:nvPr>
        </p:nvSpPr>
        <p:spPr bwMode="auto">
          <a:xfrm>
            <a:off x="35623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1022435-ADCD-4E5D-9258-CC02861E7DE8}" type="datetime'''''''''''''''''''''''''''''''''''''''9'''''''''''''">
              <a:rPr lang="ko-KR" altLang="en-US" sz="1400" smtClean="0"/>
              <a:pPr/>
              <a:t>9</a:t>
            </a:fld>
            <a:endParaRPr lang="ko-KR" altLang="en-US" sz="1400" dirty="0"/>
          </a:p>
        </p:txBody>
      </p:sp>
      <p:sp>
        <p:nvSpPr>
          <p:cNvPr id="67" name="텍스트 개체 틀 2">
            <a:extLst>
              <a:ext uri="{FF2B5EF4-FFF2-40B4-BE49-F238E27FC236}">
                <a16:creationId xmlns:a16="http://schemas.microsoft.com/office/drawing/2014/main" id="{43F17C58-3689-4094-A6D9-6791151BC615}"/>
              </a:ext>
            </a:extLst>
          </p:cNvPr>
          <p:cNvSpPr>
            <a:spLocks noGrp="1"/>
          </p:cNvSpPr>
          <p:nvPr>
            <p:custDataLst>
              <p:tags r:id="rId17"/>
            </p:custDataLst>
          </p:nvPr>
        </p:nvSpPr>
        <p:spPr bwMode="auto">
          <a:xfrm>
            <a:off x="3927475"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7D2E052-EF45-4169-8E14-73A3F48377A8}" type="datetime'''''''''''''''''''''''1''''''''''0'">
              <a:rPr lang="ko-KR" altLang="en-US" sz="1400" smtClean="0"/>
              <a:pPr/>
              <a:t>10</a:t>
            </a:fld>
            <a:endParaRPr lang="ko-KR" altLang="en-US" sz="1400" dirty="0"/>
          </a:p>
        </p:txBody>
      </p:sp>
      <p:sp>
        <p:nvSpPr>
          <p:cNvPr id="72" name="텍스트 개체 틀 2">
            <a:extLst>
              <a:ext uri="{FF2B5EF4-FFF2-40B4-BE49-F238E27FC236}">
                <a16:creationId xmlns:a16="http://schemas.microsoft.com/office/drawing/2014/main" id="{DBFAC99F-B929-4460-B65A-D2AF0DE951F9}"/>
              </a:ext>
            </a:extLst>
          </p:cNvPr>
          <p:cNvSpPr>
            <a:spLocks noGrp="1"/>
          </p:cNvSpPr>
          <p:nvPr>
            <p:custDataLst>
              <p:tags r:id="rId18"/>
            </p:custDataLst>
          </p:nvPr>
        </p:nvSpPr>
        <p:spPr bwMode="auto">
          <a:xfrm>
            <a:off x="4348163" y="4443413"/>
            <a:ext cx="1968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577AAD0-D0C7-4A39-883E-BEDCC0065CBF}" type="datetime'''1''''''1'''''''''''''''''''''''''''''''">
              <a:rPr lang="ko-KR" altLang="en-US" sz="1400" smtClean="0"/>
              <a:pPr/>
              <a:t>11</a:t>
            </a:fld>
            <a:endParaRPr lang="ko-KR" altLang="en-US" sz="1400" dirty="0"/>
          </a:p>
        </p:txBody>
      </p:sp>
      <p:sp>
        <p:nvSpPr>
          <p:cNvPr id="73" name="텍스트 개체 틀 2">
            <a:extLst>
              <a:ext uri="{FF2B5EF4-FFF2-40B4-BE49-F238E27FC236}">
                <a16:creationId xmlns:a16="http://schemas.microsoft.com/office/drawing/2014/main" id="{6D5A1373-826F-4190-B3F1-113AF19CC8C9}"/>
              </a:ext>
            </a:extLst>
          </p:cNvPr>
          <p:cNvSpPr>
            <a:spLocks noGrp="1"/>
          </p:cNvSpPr>
          <p:nvPr>
            <p:custDataLst>
              <p:tags r:id="rId19"/>
            </p:custDataLst>
          </p:nvPr>
        </p:nvSpPr>
        <p:spPr bwMode="auto">
          <a:xfrm>
            <a:off x="4754563" y="4443413"/>
            <a:ext cx="209550"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D0F7A93-108B-4FB1-A3C1-E20E8894B14D}" type="datetime'''1''''''2'''''''''''''''''''''">
              <a:rPr lang="ko-KR" altLang="en-US" sz="1400" smtClean="0"/>
              <a:pPr/>
              <a:t>12</a:t>
            </a:fld>
            <a:endParaRPr lang="ko-KR" altLang="en-US" sz="1400" dirty="0"/>
          </a:p>
        </p:txBody>
      </p:sp>
      <p:sp useBgFill="1">
        <p:nvSpPr>
          <p:cNvPr id="200" name="텍스트 개체 틀 2">
            <a:extLst>
              <a:ext uri="{FF2B5EF4-FFF2-40B4-BE49-F238E27FC236}">
                <a16:creationId xmlns:a16="http://schemas.microsoft.com/office/drawing/2014/main" id="{76392959-20A0-4F6E-B989-C1A1F360297B}"/>
              </a:ext>
            </a:extLst>
          </p:cNvPr>
          <p:cNvSpPr>
            <a:spLocks noGrp="1"/>
          </p:cNvSpPr>
          <p:nvPr>
            <p:custDataLst>
              <p:tags r:id="rId20"/>
            </p:custDataLst>
          </p:nvPr>
        </p:nvSpPr>
        <p:spPr bwMode="gray">
          <a:xfrm>
            <a:off x="1839913" y="34702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4BBB1D6-1AA6-4234-A479-B8CA9B7AED9B}" type="datetime'''''''''''7''''2'''''''''''''''''''''''''''''''''''''">
              <a:rPr lang="ko-KR" altLang="en-US" sz="1400" smtClean="0"/>
              <a:pPr marL="0" indent="0" algn="ctr">
                <a:spcBef>
                  <a:spcPct val="0"/>
                </a:spcBef>
                <a:spcAft>
                  <a:spcPct val="0"/>
                </a:spcAft>
                <a:buNone/>
              </a:pPr>
              <a:t>72</a:t>
            </a:fld>
            <a:endParaRPr lang="ko-KR" altLang="en-US" sz="1400" dirty="0"/>
          </a:p>
        </p:txBody>
      </p:sp>
      <p:sp useBgFill="1">
        <p:nvSpPr>
          <p:cNvPr id="185" name="텍스트 개체 틀 2">
            <a:extLst>
              <a:ext uri="{FF2B5EF4-FFF2-40B4-BE49-F238E27FC236}">
                <a16:creationId xmlns:a16="http://schemas.microsoft.com/office/drawing/2014/main" id="{9CEC1825-1C62-487A-953B-375C28EC3DC9}"/>
              </a:ext>
            </a:extLst>
          </p:cNvPr>
          <p:cNvSpPr>
            <a:spLocks noGrp="1"/>
          </p:cNvSpPr>
          <p:nvPr>
            <p:custDataLst>
              <p:tags r:id="rId21"/>
            </p:custDataLst>
          </p:nvPr>
        </p:nvSpPr>
        <p:spPr bwMode="gray">
          <a:xfrm>
            <a:off x="4279900" y="2541588"/>
            <a:ext cx="3333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26605C6B-2AAF-410B-AD74-14A46F667639}" type="datetime'''1''''''''''''''''''''''''''''''''1''8'''''''''''">
              <a:rPr lang="ko-KR" altLang="en-US" sz="1400" smtClean="0"/>
              <a:pPr/>
              <a:t>118</a:t>
            </a:fld>
            <a:endParaRPr lang="ko-KR" altLang="en-US" sz="1400" dirty="0"/>
          </a:p>
        </p:txBody>
      </p:sp>
      <p:sp>
        <p:nvSpPr>
          <p:cNvPr id="74" name="텍스트 개체 틀 2">
            <a:extLst>
              <a:ext uri="{FF2B5EF4-FFF2-40B4-BE49-F238E27FC236}">
                <a16:creationId xmlns:a16="http://schemas.microsoft.com/office/drawing/2014/main" id="{C8F1FE53-61E7-4286-B1C4-1A8A410A6339}"/>
              </a:ext>
            </a:extLst>
          </p:cNvPr>
          <p:cNvSpPr>
            <a:spLocks noGrp="1"/>
          </p:cNvSpPr>
          <p:nvPr>
            <p:custDataLst>
              <p:tags r:id="rId22"/>
            </p:custDataLst>
          </p:nvPr>
        </p:nvSpPr>
        <p:spPr bwMode="auto">
          <a:xfrm>
            <a:off x="5075238"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F448E1C-E0C6-4FB5-8A80-34A6D864C25B}" type="datetime'''''''''''''''''''''''’2''6.''''''''''''1'''''">
              <a:rPr lang="ko-KR" altLang="en-US" sz="1400" smtClean="0"/>
              <a:pPr/>
              <a:t>’26.1</a:t>
            </a:fld>
            <a:endParaRPr lang="ko-KR" altLang="en-US" sz="1400" dirty="0"/>
          </a:p>
        </p:txBody>
      </p:sp>
      <p:sp useBgFill="1">
        <p:nvSpPr>
          <p:cNvPr id="201" name="텍스트 개체 틀 2">
            <a:extLst>
              <a:ext uri="{FF2B5EF4-FFF2-40B4-BE49-F238E27FC236}">
                <a16:creationId xmlns:a16="http://schemas.microsoft.com/office/drawing/2014/main" id="{CE113A23-50A9-4D83-A4F9-F9B5550538B1}"/>
              </a:ext>
            </a:extLst>
          </p:cNvPr>
          <p:cNvSpPr>
            <a:spLocks noGrp="1"/>
          </p:cNvSpPr>
          <p:nvPr>
            <p:custDataLst>
              <p:tags r:id="rId23"/>
            </p:custDataLst>
          </p:nvPr>
        </p:nvSpPr>
        <p:spPr bwMode="gray">
          <a:xfrm>
            <a:off x="2254250" y="311626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F717C57-79BF-47C8-940C-E7DA2CF92073}" type="datetime'''8''''''''''9'''''''''''''''''''''''''''''">
              <a:rPr lang="ko-KR" altLang="en-US" sz="1400" smtClean="0"/>
              <a:pPr marL="0" indent="0" algn="ctr">
                <a:spcBef>
                  <a:spcPct val="0"/>
                </a:spcBef>
                <a:spcAft>
                  <a:spcPct val="0"/>
                </a:spcAft>
                <a:buNone/>
              </a:pPr>
              <a:t>89</a:t>
            </a:fld>
            <a:endParaRPr lang="ko-KR" altLang="en-US" sz="1400" dirty="0"/>
          </a:p>
        </p:txBody>
      </p:sp>
      <p:sp>
        <p:nvSpPr>
          <p:cNvPr id="77" name="텍스트 개체 틀 2">
            <a:extLst>
              <a:ext uri="{FF2B5EF4-FFF2-40B4-BE49-F238E27FC236}">
                <a16:creationId xmlns:a16="http://schemas.microsoft.com/office/drawing/2014/main" id="{75E8EABB-2B13-4BCA-8ACB-0C67CEFDC99E}"/>
              </a:ext>
            </a:extLst>
          </p:cNvPr>
          <p:cNvSpPr>
            <a:spLocks noGrp="1"/>
          </p:cNvSpPr>
          <p:nvPr>
            <p:custDataLst>
              <p:tags r:id="rId24"/>
            </p:custDataLst>
          </p:nvPr>
        </p:nvSpPr>
        <p:spPr bwMode="auto">
          <a:xfrm>
            <a:off x="6457950"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6A8F86E-B0E6-4BE0-8D09-C51EB118AA37}" type="datetime'''''''''''''''''''''4'''''''''''''''''''''''''''">
              <a:rPr lang="ko-KR" altLang="en-US" sz="1400" smtClean="0"/>
              <a:pPr/>
              <a:t>4</a:t>
            </a:fld>
            <a:endParaRPr lang="ko-KR" altLang="en-US" sz="1400" dirty="0"/>
          </a:p>
        </p:txBody>
      </p:sp>
      <p:sp>
        <p:nvSpPr>
          <p:cNvPr id="78" name="텍스트 개체 틀 2">
            <a:extLst>
              <a:ext uri="{FF2B5EF4-FFF2-40B4-BE49-F238E27FC236}">
                <a16:creationId xmlns:a16="http://schemas.microsoft.com/office/drawing/2014/main" id="{EDD1D58F-5D14-4D09-977F-22C0DD5BBA02}"/>
              </a:ext>
            </a:extLst>
          </p:cNvPr>
          <p:cNvSpPr>
            <a:spLocks noGrp="1"/>
          </p:cNvSpPr>
          <p:nvPr>
            <p:custDataLst>
              <p:tags r:id="rId25"/>
            </p:custDataLst>
          </p:nvPr>
        </p:nvSpPr>
        <p:spPr bwMode="auto">
          <a:xfrm>
            <a:off x="687228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3B17EAC-2AEC-4241-B324-10BD4E2F54D0}" type="datetime'''''''5'''''''''''''''''''''''">
              <a:rPr lang="ko-KR" altLang="en-US" sz="1400" smtClean="0"/>
              <a:pPr/>
              <a:t>5</a:t>
            </a:fld>
            <a:endParaRPr lang="ko-KR" altLang="en-US" sz="1400" dirty="0"/>
          </a:p>
        </p:txBody>
      </p:sp>
      <p:sp>
        <p:nvSpPr>
          <p:cNvPr id="79" name="텍스트 개체 틀 2">
            <a:extLst>
              <a:ext uri="{FF2B5EF4-FFF2-40B4-BE49-F238E27FC236}">
                <a16:creationId xmlns:a16="http://schemas.microsoft.com/office/drawing/2014/main" id="{673CAC36-70DE-4EE6-9737-3DC87D3D5D45}"/>
              </a:ext>
            </a:extLst>
          </p:cNvPr>
          <p:cNvSpPr>
            <a:spLocks noGrp="1"/>
          </p:cNvSpPr>
          <p:nvPr>
            <p:custDataLst>
              <p:tags r:id="rId26"/>
            </p:custDataLst>
          </p:nvPr>
        </p:nvSpPr>
        <p:spPr bwMode="auto">
          <a:xfrm>
            <a:off x="7285038"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5691AAE-391B-4E45-9EDC-6F3F114716C4}" type="datetime'''''6'''''''''''''''''''''''''''''''''''''">
              <a:rPr lang="ko-KR" altLang="en-US" sz="1400" smtClean="0"/>
              <a:pPr/>
              <a:t>6</a:t>
            </a:fld>
            <a:endParaRPr lang="ko-KR" altLang="en-US" sz="1400" dirty="0"/>
          </a:p>
        </p:txBody>
      </p:sp>
      <p:sp>
        <p:nvSpPr>
          <p:cNvPr id="80" name="텍스트 개체 틀 2">
            <a:extLst>
              <a:ext uri="{FF2B5EF4-FFF2-40B4-BE49-F238E27FC236}">
                <a16:creationId xmlns:a16="http://schemas.microsoft.com/office/drawing/2014/main" id="{C7B7AEC7-20A3-42B8-9815-0B47D17034BF}"/>
              </a:ext>
            </a:extLst>
          </p:cNvPr>
          <p:cNvSpPr>
            <a:spLocks noGrp="1"/>
          </p:cNvSpPr>
          <p:nvPr>
            <p:custDataLst>
              <p:tags r:id="rId27"/>
            </p:custDataLst>
          </p:nvPr>
        </p:nvSpPr>
        <p:spPr bwMode="auto">
          <a:xfrm>
            <a:off x="769937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82DF85D2-0757-4793-8F06-1F505001074B}" type="datetime'''''''''''''''''''''''7'''''''''''''''''''''''''''''''">
              <a:rPr lang="ko-KR" altLang="en-US" sz="1400" smtClean="0"/>
              <a:pPr/>
              <a:t>7</a:t>
            </a:fld>
            <a:endParaRPr lang="ko-KR" altLang="en-US" sz="1400" dirty="0"/>
          </a:p>
        </p:txBody>
      </p:sp>
      <p:sp>
        <p:nvSpPr>
          <p:cNvPr id="81" name="텍스트 개체 틀 2">
            <a:extLst>
              <a:ext uri="{FF2B5EF4-FFF2-40B4-BE49-F238E27FC236}">
                <a16:creationId xmlns:a16="http://schemas.microsoft.com/office/drawing/2014/main" id="{5E303C23-326F-417C-B61E-12B343CB1411}"/>
              </a:ext>
            </a:extLst>
          </p:cNvPr>
          <p:cNvSpPr>
            <a:spLocks noGrp="1"/>
          </p:cNvSpPr>
          <p:nvPr>
            <p:custDataLst>
              <p:tags r:id="rId28"/>
            </p:custDataLst>
          </p:nvPr>
        </p:nvSpPr>
        <p:spPr bwMode="auto">
          <a:xfrm>
            <a:off x="8112125"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B55EA97-82ED-44C4-8FE0-EDDD47B54339}" type="datetime'''''''''''''''8'''''''''''">
              <a:rPr lang="ko-KR" altLang="en-US" sz="1400" smtClean="0"/>
              <a:pPr/>
              <a:t>8</a:t>
            </a:fld>
            <a:endParaRPr lang="ko-KR" altLang="en-US" sz="1400" dirty="0"/>
          </a:p>
        </p:txBody>
      </p:sp>
      <p:sp>
        <p:nvSpPr>
          <p:cNvPr id="82" name="텍스트 개체 틀 2">
            <a:extLst>
              <a:ext uri="{FF2B5EF4-FFF2-40B4-BE49-F238E27FC236}">
                <a16:creationId xmlns:a16="http://schemas.microsoft.com/office/drawing/2014/main" id="{65EAEBDE-03EA-40C1-8088-970F8B7EB6BA}"/>
              </a:ext>
            </a:extLst>
          </p:cNvPr>
          <p:cNvSpPr>
            <a:spLocks noGrp="1"/>
          </p:cNvSpPr>
          <p:nvPr>
            <p:custDataLst>
              <p:tags r:id="rId29"/>
            </p:custDataLst>
          </p:nvPr>
        </p:nvSpPr>
        <p:spPr bwMode="auto">
          <a:xfrm>
            <a:off x="85264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9607ECB-BF3A-49A4-8450-AEB6B7CF77EF}" type="datetime'''''''''9'''''''''''''''''''''''''''">
              <a:rPr lang="ko-KR" altLang="en-US" sz="1400" smtClean="0"/>
              <a:pPr/>
              <a:t>9</a:t>
            </a:fld>
            <a:endParaRPr lang="ko-KR" altLang="en-US" sz="1400" dirty="0"/>
          </a:p>
        </p:txBody>
      </p:sp>
      <p:sp useBgFill="1">
        <p:nvSpPr>
          <p:cNvPr id="179" name="텍스트 개체 틀 2">
            <a:extLst>
              <a:ext uri="{FF2B5EF4-FFF2-40B4-BE49-F238E27FC236}">
                <a16:creationId xmlns:a16="http://schemas.microsoft.com/office/drawing/2014/main" id="{F0C49AA3-6FFB-4A5E-9047-047FB47A975E}"/>
              </a:ext>
            </a:extLst>
          </p:cNvPr>
          <p:cNvSpPr>
            <a:spLocks noGrp="1"/>
          </p:cNvSpPr>
          <p:nvPr>
            <p:custDataLst>
              <p:tags r:id="rId30"/>
            </p:custDataLst>
          </p:nvPr>
        </p:nvSpPr>
        <p:spPr bwMode="gray">
          <a:xfrm>
            <a:off x="354013" y="40417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5291AC47-2D5B-43EC-977A-673C94065DBE}" type="datetime'''''''''''''4''''''''4'''''''''''''''''''''''''''''''''''">
              <a:rPr lang="ko-KR" altLang="en-US" sz="1400" smtClean="0"/>
              <a:pPr/>
              <a:t>44</a:t>
            </a:fld>
            <a:endParaRPr lang="ko-KR" altLang="en-US" sz="1400" dirty="0"/>
          </a:p>
        </p:txBody>
      </p:sp>
      <p:sp useBgFill="1">
        <p:nvSpPr>
          <p:cNvPr id="191" name="텍스트 개체 틀 2">
            <a:extLst>
              <a:ext uri="{FF2B5EF4-FFF2-40B4-BE49-F238E27FC236}">
                <a16:creationId xmlns:a16="http://schemas.microsoft.com/office/drawing/2014/main" id="{8F4DC2EA-B044-4A17-866F-C0B4774DA0E9}"/>
              </a:ext>
            </a:extLst>
          </p:cNvPr>
          <p:cNvSpPr>
            <a:spLocks noGrp="1"/>
          </p:cNvSpPr>
          <p:nvPr>
            <p:custDataLst>
              <p:tags r:id="rId31"/>
            </p:custDataLst>
          </p:nvPr>
        </p:nvSpPr>
        <p:spPr bwMode="gray">
          <a:xfrm>
            <a:off x="7994650" y="2235200"/>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4C7602C-D4AC-4556-B8AE-F60DB0259E72}" type="datetime'''13''''''''''''''''''''''''''''''''''''''''''''''''''''''3'">
              <a:rPr lang="ko-KR" altLang="en-US" sz="1400" smtClean="0"/>
              <a:pPr/>
              <a:t>133</a:t>
            </a:fld>
            <a:endParaRPr lang="ko-KR" altLang="en-US" sz="1400" dirty="0"/>
          </a:p>
        </p:txBody>
      </p:sp>
      <p:sp useBgFill="1">
        <p:nvSpPr>
          <p:cNvPr id="180" name="텍스트 개체 틀 2">
            <a:extLst>
              <a:ext uri="{FF2B5EF4-FFF2-40B4-BE49-F238E27FC236}">
                <a16:creationId xmlns:a16="http://schemas.microsoft.com/office/drawing/2014/main" id="{8C6221AA-51B3-4A20-B3D7-B2531890CD01}"/>
              </a:ext>
            </a:extLst>
          </p:cNvPr>
          <p:cNvSpPr>
            <a:spLocks noGrp="1"/>
          </p:cNvSpPr>
          <p:nvPr>
            <p:custDataLst>
              <p:tags r:id="rId32"/>
            </p:custDataLst>
          </p:nvPr>
        </p:nvSpPr>
        <p:spPr bwMode="gray">
          <a:xfrm>
            <a:off x="600075" y="3816350"/>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FF2BFE4-1319-4DF6-ACFD-4F132D721B93}" type="datetime'''''''''''5''''''''''5'">
              <a:rPr lang="ko-KR" altLang="en-US" sz="1400" smtClean="0"/>
              <a:pPr/>
              <a:t>55</a:t>
            </a:fld>
            <a:endParaRPr lang="ko-KR" altLang="en-US" sz="1400" dirty="0"/>
          </a:p>
        </p:txBody>
      </p:sp>
      <p:sp useBgFill="1">
        <p:nvSpPr>
          <p:cNvPr id="181" name="텍스트 개체 틀 2">
            <a:extLst>
              <a:ext uri="{FF2B5EF4-FFF2-40B4-BE49-F238E27FC236}">
                <a16:creationId xmlns:a16="http://schemas.microsoft.com/office/drawing/2014/main" id="{953AA9B8-707C-4A86-941D-D909D81EBE41}"/>
              </a:ext>
            </a:extLst>
          </p:cNvPr>
          <p:cNvSpPr>
            <a:spLocks noGrp="1"/>
          </p:cNvSpPr>
          <p:nvPr>
            <p:custDataLst>
              <p:tags r:id="rId33"/>
            </p:custDataLst>
          </p:nvPr>
        </p:nvSpPr>
        <p:spPr bwMode="gray">
          <a:xfrm>
            <a:off x="1427163" y="3370263"/>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6EE521D6-79BF-4C38-87C0-37B0F5AC89A9}" type="datetime'''''''''''''''7''''''''''''''''''''''''''7'''''''''''''''''">
              <a:rPr lang="ko-KR" altLang="en-US" sz="1400" smtClean="0"/>
              <a:pPr/>
              <a:t>77</a:t>
            </a:fld>
            <a:endParaRPr lang="ko-KR" altLang="en-US" sz="1400" dirty="0"/>
          </a:p>
        </p:txBody>
      </p:sp>
      <p:sp useBgFill="1">
        <p:nvSpPr>
          <p:cNvPr id="184" name="텍스트 개체 틀 2">
            <a:extLst>
              <a:ext uri="{FF2B5EF4-FFF2-40B4-BE49-F238E27FC236}">
                <a16:creationId xmlns:a16="http://schemas.microsoft.com/office/drawing/2014/main" id="{F7C35E6E-22A5-423B-8202-AF0855F2145F}"/>
              </a:ext>
            </a:extLst>
          </p:cNvPr>
          <p:cNvSpPr>
            <a:spLocks noGrp="1"/>
          </p:cNvSpPr>
          <p:nvPr>
            <p:custDataLst>
              <p:tags r:id="rId34"/>
            </p:custDataLst>
          </p:nvPr>
        </p:nvSpPr>
        <p:spPr bwMode="gray">
          <a:xfrm>
            <a:off x="3908425" y="3101975"/>
            <a:ext cx="247650"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3CBD34F3-1151-4FE1-8251-F81971CA471B}" type="datetime'''''''''''''''''''''9''''''''0'''''''''''''''''">
              <a:rPr lang="ko-KR" altLang="en-US" sz="1400" smtClean="0"/>
              <a:pPr/>
              <a:t>90</a:t>
            </a:fld>
            <a:endParaRPr lang="ko-KR" altLang="en-US" sz="1400" dirty="0"/>
          </a:p>
        </p:txBody>
      </p:sp>
      <p:sp useBgFill="1">
        <p:nvSpPr>
          <p:cNvPr id="189" name="텍스트 개체 틀 2">
            <a:extLst>
              <a:ext uri="{FF2B5EF4-FFF2-40B4-BE49-F238E27FC236}">
                <a16:creationId xmlns:a16="http://schemas.microsoft.com/office/drawing/2014/main" id="{9738DBDC-BEF0-455D-9D9D-36010BC21F5D}"/>
              </a:ext>
            </a:extLst>
          </p:cNvPr>
          <p:cNvSpPr>
            <a:spLocks noGrp="1"/>
          </p:cNvSpPr>
          <p:nvPr>
            <p:custDataLst>
              <p:tags r:id="rId35"/>
            </p:custDataLst>
          </p:nvPr>
        </p:nvSpPr>
        <p:spPr bwMode="gray">
          <a:xfrm>
            <a:off x="6754813" y="2449513"/>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05DDEE3F-05DD-4B1C-830A-12F31BA68E0B}" type="datetime'''''''''1''''''''''2''''''2'''''''''''''''">
              <a:rPr lang="ko-KR" altLang="en-US" sz="1400" smtClean="0"/>
              <a:pPr/>
              <a:t>122</a:t>
            </a:fld>
            <a:endParaRPr lang="ko-KR" altLang="en-US" sz="1400" dirty="0"/>
          </a:p>
        </p:txBody>
      </p:sp>
      <p:sp useBgFill="1">
        <p:nvSpPr>
          <p:cNvPr id="186" name="텍스트 개체 틀 2">
            <a:extLst>
              <a:ext uri="{FF2B5EF4-FFF2-40B4-BE49-F238E27FC236}">
                <a16:creationId xmlns:a16="http://schemas.microsoft.com/office/drawing/2014/main" id="{4932D6AD-5052-4AAD-8508-9E142EE34FB2}"/>
              </a:ext>
            </a:extLst>
          </p:cNvPr>
          <p:cNvSpPr>
            <a:spLocks noGrp="1"/>
          </p:cNvSpPr>
          <p:nvPr>
            <p:custDataLst>
              <p:tags r:id="rId36"/>
            </p:custDataLst>
          </p:nvPr>
        </p:nvSpPr>
        <p:spPr bwMode="gray">
          <a:xfrm>
            <a:off x="5106988" y="2640013"/>
            <a:ext cx="3333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35BAB474-FB66-47E5-804D-4C8089B8A5C1}" type="datetime'''''''1''''''''1''3'''''''''''''''">
              <a:rPr lang="ko-KR" altLang="en-US" sz="1400" smtClean="0"/>
              <a:pPr/>
              <a:t>113</a:t>
            </a:fld>
            <a:endParaRPr lang="ko-KR" altLang="en-US" sz="1400" dirty="0"/>
          </a:p>
        </p:txBody>
      </p:sp>
      <p:sp useBgFill="1">
        <p:nvSpPr>
          <p:cNvPr id="187" name="텍스트 개체 틀 2">
            <a:extLst>
              <a:ext uri="{FF2B5EF4-FFF2-40B4-BE49-F238E27FC236}">
                <a16:creationId xmlns:a16="http://schemas.microsoft.com/office/drawing/2014/main" id="{51123A76-57FF-41F5-BFA3-F780814A5FEB}"/>
              </a:ext>
            </a:extLst>
          </p:cNvPr>
          <p:cNvSpPr>
            <a:spLocks noGrp="1"/>
          </p:cNvSpPr>
          <p:nvPr>
            <p:custDataLst>
              <p:tags r:id="rId37"/>
            </p:custDataLst>
          </p:nvPr>
        </p:nvSpPr>
        <p:spPr bwMode="gray">
          <a:xfrm>
            <a:off x="5513388" y="2293938"/>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C6567FC4-37D6-4A52-A221-B46D2CBB1C83}" type="datetime'''''''''''1''''''''''''''3''0'''''''''''''''''''''''''''''">
              <a:rPr lang="ko-KR" altLang="en-US" sz="1400" smtClean="0"/>
              <a:pPr/>
              <a:t>130</a:t>
            </a:fld>
            <a:endParaRPr lang="ko-KR" altLang="en-US" sz="1400" dirty="0"/>
          </a:p>
        </p:txBody>
      </p:sp>
      <p:sp useBgFill="1">
        <p:nvSpPr>
          <p:cNvPr id="190" name="텍스트 개체 틀 2">
            <a:extLst>
              <a:ext uri="{FF2B5EF4-FFF2-40B4-BE49-F238E27FC236}">
                <a16:creationId xmlns:a16="http://schemas.microsoft.com/office/drawing/2014/main" id="{810DE00A-1942-4C9D-80A2-4D7CCD9CBC63}"/>
              </a:ext>
            </a:extLst>
          </p:cNvPr>
          <p:cNvSpPr>
            <a:spLocks noGrp="1"/>
          </p:cNvSpPr>
          <p:nvPr>
            <p:custDataLst>
              <p:tags r:id="rId38"/>
            </p:custDataLst>
          </p:nvPr>
        </p:nvSpPr>
        <p:spPr bwMode="gray">
          <a:xfrm>
            <a:off x="7581900" y="2016125"/>
            <a:ext cx="346075" cy="212725"/>
          </a:xfrm>
          <a:prstGeom prst="rect">
            <a:avLst/>
          </a:prstGeom>
          <a:ln>
            <a:noFill/>
          </a:ln>
          <a:effectLst/>
        </p:spPr>
        <p:txBody>
          <a:bodyPr vert="horz" wrap="none" lIns="25400" tIns="0" rIns="25400" bIns="0" numCol="1" spcCol="0" rtlCol="0" anchor="b"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4342AD15-DB5F-412A-9475-07C7E122C1B0}" type="datetime'''1''''''''''''''''''''''''''''''''''''''''4''''''''''''3'">
              <a:rPr lang="ko-KR" altLang="en-US" sz="1400" smtClean="0"/>
              <a:pPr/>
              <a:t>143</a:t>
            </a:fld>
            <a:endParaRPr lang="ko-KR" altLang="en-US" sz="1400" dirty="0"/>
          </a:p>
        </p:txBody>
      </p:sp>
      <p:sp>
        <p:nvSpPr>
          <p:cNvPr id="45" name="텍스트 개체 틀 2">
            <a:extLst>
              <a:ext uri="{FF2B5EF4-FFF2-40B4-BE49-F238E27FC236}">
                <a16:creationId xmlns:a16="http://schemas.microsoft.com/office/drawing/2014/main" id="{4BFEDE22-A06E-462D-AEDD-BC9E65B5DE94}"/>
              </a:ext>
            </a:extLst>
          </p:cNvPr>
          <p:cNvSpPr>
            <a:spLocks noGrp="1"/>
          </p:cNvSpPr>
          <p:nvPr>
            <p:custDataLst>
              <p:tags r:id="rId39"/>
            </p:custDataLst>
          </p:nvPr>
        </p:nvSpPr>
        <p:spPr bwMode="auto">
          <a:xfrm>
            <a:off x="111125" y="4443413"/>
            <a:ext cx="398463"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984D2C74-DBC9-438B-B9B7-993D14620FD4}" type="datetime'''’2''''''''''''5''''''''.''1'''''''''''''''''">
              <a:rPr lang="ko-KR" altLang="en-US" sz="1400" smtClean="0"/>
              <a:pPr/>
              <a:t>’25.1</a:t>
            </a:fld>
            <a:endParaRPr lang="ko-KR" altLang="en-US" sz="1400" dirty="0"/>
          </a:p>
        </p:txBody>
      </p:sp>
      <p:sp>
        <p:nvSpPr>
          <p:cNvPr id="75" name="텍스트 개체 틀 2">
            <a:extLst>
              <a:ext uri="{FF2B5EF4-FFF2-40B4-BE49-F238E27FC236}">
                <a16:creationId xmlns:a16="http://schemas.microsoft.com/office/drawing/2014/main" id="{53E51EE9-5253-4DD7-8AED-850E7B3F0C2A}"/>
              </a:ext>
            </a:extLst>
          </p:cNvPr>
          <p:cNvSpPr>
            <a:spLocks noGrp="1"/>
          </p:cNvSpPr>
          <p:nvPr>
            <p:custDataLst>
              <p:tags r:id="rId40"/>
            </p:custDataLst>
          </p:nvPr>
        </p:nvSpPr>
        <p:spPr bwMode="auto">
          <a:xfrm>
            <a:off x="5630863" y="4443413"/>
            <a:ext cx="1111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7F5EF7E1-D0A9-46EC-BAC6-0CB7B9CC1DD3}" type="datetime'''''''''''''''''''''''''''''''''''''''''''''''''''''''''''2'">
              <a:rPr lang="ko-KR" altLang="en-US" sz="1400" smtClean="0"/>
              <a:pPr/>
              <a:t>2</a:t>
            </a:fld>
            <a:endParaRPr lang="ko-KR" altLang="en-US" sz="1400" dirty="0"/>
          </a:p>
        </p:txBody>
      </p:sp>
      <p:sp>
        <p:nvSpPr>
          <p:cNvPr id="208" name="텍스트 개체 틀 2">
            <a:extLst>
              <a:ext uri="{FF2B5EF4-FFF2-40B4-BE49-F238E27FC236}">
                <a16:creationId xmlns:a16="http://schemas.microsoft.com/office/drawing/2014/main" id="{88BBD000-6EF0-4F4E-9F9A-AD5BD450DC95}"/>
              </a:ext>
            </a:extLst>
          </p:cNvPr>
          <p:cNvSpPr>
            <a:spLocks noGrp="1"/>
          </p:cNvSpPr>
          <p:nvPr>
            <p:custDataLst>
              <p:tags r:id="rId41"/>
            </p:custDataLst>
          </p:nvPr>
        </p:nvSpPr>
        <p:spPr bwMode="auto">
          <a:xfrm>
            <a:off x="8301039" y="2620963"/>
            <a:ext cx="563563" cy="301625"/>
          </a:xfrm>
          <a:prstGeom prst="ellipse">
            <a:avLst/>
          </a:prstGeom>
          <a:solidFill>
            <a:srgbClr val="FFC000"/>
          </a:solidFill>
          <a:ln w="9525" algn="ctr">
            <a:solidFill>
              <a:schemeClr val="tx1"/>
            </a:solidFill>
          </a:ln>
          <a:effectLst/>
        </p:spPr>
        <p:txBody>
          <a:bodyPr vert="horz" wrap="none" lIns="0" tIns="0" rIns="0" bIns="0" numCol="1" spcCol="0" rtlCol="0" anchor="ctr" anchorCtr="0">
            <a:noAutofit/>
          </a:bodyPr>
          <a:lstStyle>
            <a:lvl1pPr marL="273050" indent="-273050" algn="l" defTabSz="914400" rtl="0" eaLnBrk="0" latinLnBrk="0" hangingPunct="0">
              <a:spcBef>
                <a:spcPts val="600"/>
              </a:spcBef>
              <a:buClr>
                <a:srgbClr val="9B1717"/>
              </a:buClr>
              <a:buSzPct val="100000"/>
              <a:buFont typeface="Wingdings" pitchFamily="2" charset="2"/>
              <a:buChar char="§"/>
              <a:defRPr sz="1800" kern="1200" baseline="0">
                <a:solidFill>
                  <a:schemeClr val="tx1"/>
                </a:solidFill>
                <a:latin typeface="Arial" pitchFamily="34" charset="0"/>
                <a:ea typeface="맑은 고딕" pitchFamily="50" charset="-127"/>
                <a:cs typeface="+mn-cs"/>
              </a:defRPr>
            </a:lvl1pPr>
            <a:lvl2pPr marL="742950" indent="-28575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2pPr>
            <a:lvl3pPr marL="11430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3pPr>
            <a:lvl4pPr marL="16002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4pPr>
            <a:lvl5pPr marL="2057400" indent="-228600" algn="l" defTabSz="914400" rtl="0" eaLnBrk="0" latinLnBrk="0" hangingPunct="0">
              <a:spcBef>
                <a:spcPts val="600"/>
              </a:spcBef>
              <a:buFont typeface="Arial" pitchFamily="34" charset="0"/>
              <a:buChar char="»"/>
              <a:defRPr sz="1800" kern="1200" baseline="0">
                <a:solidFill>
                  <a:schemeClr val="tx1"/>
                </a:solidFill>
                <a:latin typeface="Arial" pitchFamily="34" charset="0"/>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spcAft>
                <a:spcPct val="0"/>
              </a:spcAft>
              <a:buNone/>
            </a:pPr>
            <a:fld id="{17AB6ECA-BCC0-4702-AEF7-CD5411EE084D}" type="datetime'''''''+''''''''''''''''''''''''''''''1''56'''''''''''''''''''">
              <a:rPr lang="en-US" altLang="en-US" sz="1400" b="1" smtClean="0">
                <a:solidFill>
                  <a:schemeClr val="bg1"/>
                </a:solidFill>
              </a:rPr>
              <a:pPr/>
              <a:t>+156</a:t>
            </a:fld>
            <a:endParaRPr lang="ko-KR" altLang="en-US" sz="1400" b="1" dirty="0">
              <a:solidFill>
                <a:schemeClr val="bg1"/>
              </a:solidFill>
            </a:endParaRPr>
          </a:p>
        </p:txBody>
      </p:sp>
      <p:sp>
        <p:nvSpPr>
          <p:cNvPr id="114" name="TextBox 113">
            <a:extLst>
              <a:ext uri="{FF2B5EF4-FFF2-40B4-BE49-F238E27FC236}">
                <a16:creationId xmlns:a16="http://schemas.microsoft.com/office/drawing/2014/main" id="{E459D3F1-3201-4600-9EF3-C1CF865973DA}"/>
              </a:ext>
            </a:extLst>
          </p:cNvPr>
          <p:cNvSpPr txBox="1"/>
          <p:nvPr/>
        </p:nvSpPr>
        <p:spPr>
          <a:xfrm>
            <a:off x="250825" y="1095586"/>
            <a:ext cx="2231380" cy="461665"/>
          </a:xfrm>
          <a:prstGeom prst="rect">
            <a:avLst/>
          </a:prstGeom>
          <a:noFill/>
        </p:spPr>
        <p:txBody>
          <a:bodyPr wrap="none" lIns="0" tIns="0" rIns="0" bIns="0" rtlCol="0">
            <a:spAutoFit/>
          </a:bodyPr>
          <a:lstStyle/>
          <a:p>
            <a:pPr eaLnBrk="0" latinLnBrk="0" hangingPunct="0"/>
            <a:r>
              <a:rPr lang="en-US" altLang="ko-KR" b="1" dirty="0">
                <a:latin typeface="Arial" pitchFamily="34" charset="0"/>
              </a:rPr>
              <a:t>RCM2 </a:t>
            </a:r>
            <a:r>
              <a:rPr lang="ko-KR" altLang="en-US" b="1" dirty="0">
                <a:latin typeface="Arial" pitchFamily="34" charset="0"/>
              </a:rPr>
              <a:t>산하 본부 매출</a:t>
            </a:r>
            <a:endParaRPr lang="en-US" altLang="ko-KR" b="1" dirty="0">
              <a:latin typeface="Arial" pitchFamily="34" charset="0"/>
            </a:endParaRPr>
          </a:p>
          <a:p>
            <a:pPr eaLnBrk="0" latinLnBrk="0" hangingPunct="0"/>
            <a:r>
              <a:rPr lang="ko-KR" altLang="en-US" sz="1200" b="1" dirty="0">
                <a:latin typeface="Arial" pitchFamily="34" charset="0"/>
                <a:cs typeface="Arial" pitchFamily="34" charset="0"/>
              </a:rPr>
              <a:t>백만</a:t>
            </a:r>
            <a:endParaRPr lang="en-US" altLang="ko-KR" sz="1200" b="1" dirty="0">
              <a:latin typeface="Arial" pitchFamily="34" charset="0"/>
              <a:cs typeface="Arial" pitchFamily="34" charset="0"/>
            </a:endParaRPr>
          </a:p>
        </p:txBody>
      </p:sp>
    </p:spTree>
    <p:extLst>
      <p:ext uri="{BB962C8B-B14F-4D97-AF65-F5344CB8AC3E}">
        <p14:creationId xmlns:p14="http://schemas.microsoft.com/office/powerpoint/2010/main" val="540029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46253"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r>
              <a:rPr lang="ko-KR" altLang="en-US" dirty="0"/>
              <a:t>우수 인증 본부</a:t>
            </a:r>
          </a:p>
        </p:txBody>
      </p:sp>
      <p:sp>
        <p:nvSpPr>
          <p:cNvPr id="2" name="직사각형 1">
            <a:extLst>
              <a:ext uri="{FF2B5EF4-FFF2-40B4-BE49-F238E27FC236}">
                <a16:creationId xmlns:a16="http://schemas.microsoft.com/office/drawing/2014/main" id="{556B1AF7-E671-4D42-8EBE-574A579DF3FF}"/>
              </a:ext>
            </a:extLst>
          </p:cNvPr>
          <p:cNvSpPr/>
          <p:nvPr/>
        </p:nvSpPr>
        <p:spPr>
          <a:xfrm>
            <a:off x="287338" y="1131888"/>
            <a:ext cx="8640762" cy="3600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400" b="1" dirty="0">
                <a:solidFill>
                  <a:schemeClr val="bg1"/>
                </a:solidFill>
                <a:latin typeface="Arial" pitchFamily="34" charset="0"/>
              </a:rPr>
              <a:t>우수인증 본부장 </a:t>
            </a:r>
            <a:r>
              <a:rPr lang="en-US" altLang="ko-KR" sz="1400" b="1" dirty="0">
                <a:solidFill>
                  <a:schemeClr val="bg1"/>
                </a:solidFill>
                <a:latin typeface="Arial" pitchFamily="34" charset="0"/>
              </a:rPr>
              <a:t>59</a:t>
            </a:r>
            <a:r>
              <a:rPr lang="ko-KR" altLang="en-US" sz="1400" b="1" dirty="0">
                <a:solidFill>
                  <a:schemeClr val="bg1"/>
                </a:solidFill>
                <a:latin typeface="Arial" pitchFamily="34" charset="0"/>
              </a:rPr>
              <a:t>명 얼굴이 시상식 필름 방식으로 쭉 </a:t>
            </a:r>
            <a:r>
              <a:rPr lang="ko-KR" altLang="en-US" sz="1400" b="1" dirty="0" err="1">
                <a:solidFill>
                  <a:schemeClr val="bg1"/>
                </a:solidFill>
                <a:latin typeface="Arial" pitchFamily="34" charset="0"/>
              </a:rPr>
              <a:t>지나감</a:t>
            </a:r>
            <a:endParaRPr lang="en-US" altLang="ko-KR" sz="1400" b="1" dirty="0">
              <a:solidFill>
                <a:schemeClr val="bg1"/>
              </a:solidFill>
              <a:latin typeface="Arial" pitchFamily="34" charset="0"/>
            </a:endParaRPr>
          </a:p>
          <a:p>
            <a:pPr algn="ctr"/>
            <a:endParaRPr lang="en-US" altLang="ko-KR" sz="1400" b="1" dirty="0">
              <a:solidFill>
                <a:schemeClr val="bg1"/>
              </a:solidFill>
              <a:latin typeface="Arial" pitchFamily="34" charset="0"/>
            </a:endParaRPr>
          </a:p>
          <a:p>
            <a:pPr algn="ctr"/>
            <a:r>
              <a:rPr lang="ko-KR" altLang="en-US" sz="1400" b="1" dirty="0">
                <a:solidFill>
                  <a:schemeClr val="bg1"/>
                </a:solidFill>
                <a:latin typeface="Arial" pitchFamily="34" charset="0"/>
              </a:rPr>
              <a:t>지원파트 디자이너와 별도 소통 완료 </a:t>
            </a:r>
            <a:r>
              <a:rPr lang="en-US" altLang="ko-KR" sz="1400" b="1" dirty="0">
                <a:solidFill>
                  <a:schemeClr val="bg1"/>
                </a:solidFill>
                <a:latin typeface="Arial" pitchFamily="34" charset="0"/>
              </a:rPr>
              <a:t>(</a:t>
            </a:r>
            <a:r>
              <a:rPr lang="ko-KR" altLang="en-US" sz="1400" b="1" dirty="0">
                <a:solidFill>
                  <a:schemeClr val="bg1"/>
                </a:solidFill>
                <a:latin typeface="Arial" pitchFamily="34" charset="0"/>
              </a:rPr>
              <a:t>지원파트 작업 중</a:t>
            </a:r>
            <a:r>
              <a:rPr lang="en-US" altLang="ko-KR" sz="1400" b="1" dirty="0">
                <a:solidFill>
                  <a:schemeClr val="bg1"/>
                </a:solidFill>
                <a:latin typeface="Arial" pitchFamily="34" charset="0"/>
              </a:rPr>
              <a:t>)</a:t>
            </a:r>
            <a:r>
              <a:rPr lang="ko-KR" altLang="en-US" sz="1400" b="1" dirty="0">
                <a:solidFill>
                  <a:schemeClr val="bg1"/>
                </a:solidFill>
                <a:latin typeface="Arial" pitchFamily="34" charset="0"/>
              </a:rPr>
              <a:t> </a:t>
            </a:r>
          </a:p>
        </p:txBody>
      </p:sp>
    </p:spTree>
    <p:extLst>
      <p:ext uri="{BB962C8B-B14F-4D97-AF65-F5344CB8AC3E}">
        <p14:creationId xmlns:p14="http://schemas.microsoft.com/office/powerpoint/2010/main" val="2651493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8863" name="think-cell Slide" r:id="rId6" imgW="270" imgH="270" progId="TCLayout.ActiveDocument.1">
                  <p:embed/>
                </p:oleObj>
              </mc:Choice>
              <mc:Fallback>
                <p:oleObj name="think-cell Slide" r:id="rId6" imgW="270" imgH="270" progId="TCLayout.ActiveDocument.1">
                  <p:embed/>
                  <p:pic>
                    <p:nvPicPr>
                      <p:cNvPr id="17" name="개체 1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a:lstStyle/>
          <a:p>
            <a:endParaRPr lang="ko-KR" altLang="en-US" dirty="0"/>
          </a:p>
        </p:txBody>
      </p:sp>
      <p:sp>
        <p:nvSpPr>
          <p:cNvPr id="7" name="제목 4">
            <a:extLst>
              <a:ext uri="{FF2B5EF4-FFF2-40B4-BE49-F238E27FC236}">
                <a16:creationId xmlns:a16="http://schemas.microsoft.com/office/drawing/2014/main" id="{CA91DB0D-B26E-457F-884E-504F50E9DB8F}"/>
              </a:ext>
            </a:extLst>
          </p:cNvPr>
          <p:cNvSpPr txBox="1">
            <a:spLocks/>
          </p:cNvSpPr>
          <p:nvPr/>
        </p:nvSpPr>
        <p:spPr>
          <a:xfrm>
            <a:off x="242903" y="1699674"/>
            <a:ext cx="8642349" cy="923330"/>
          </a:xfrm>
          <a:prstGeom prst="rect">
            <a:avLst/>
          </a:prstGeom>
        </p:spPr>
        <p:txBody>
          <a:bodyPr vert="horz" lIns="0" tIns="0" rIns="0" bIns="0" rtlCol="0" anchor="t" anchorCtr="0">
            <a:noAutofit/>
          </a:bodyPr>
          <a:lst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a:lstStyle>
          <a:p>
            <a:pPr algn="ctr"/>
            <a:r>
              <a:rPr lang="ko-KR" altLang="en-US" sz="4000" dirty="0"/>
              <a:t>담대하게 꿈꿨던</a:t>
            </a:r>
            <a:endParaRPr lang="en-US" altLang="ko-KR" sz="4000" dirty="0"/>
          </a:p>
          <a:p>
            <a:pPr algn="ctr"/>
            <a:r>
              <a:rPr lang="ko-KR" altLang="en-US" sz="4000" dirty="0"/>
              <a:t>또 하나의 기업</a:t>
            </a:r>
            <a:endParaRPr lang="en-US" altLang="ko-KR" sz="4000" dirty="0"/>
          </a:p>
        </p:txBody>
      </p:sp>
    </p:spTree>
    <p:extLst>
      <p:ext uri="{BB962C8B-B14F-4D97-AF65-F5344CB8AC3E}">
        <p14:creationId xmlns:p14="http://schemas.microsoft.com/office/powerpoint/2010/main" val="17502130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1873848246"/>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1698"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r>
              <a:rPr lang="ko-KR" altLang="en-US" dirty="0"/>
              <a:t>민간 기업이 로켓을 만든다고</a:t>
            </a:r>
            <a:r>
              <a:rPr lang="en-US" altLang="ko-KR" dirty="0"/>
              <a:t>?</a:t>
            </a:r>
            <a:endParaRPr lang="ko-KR" altLang="en-US" dirty="0"/>
          </a:p>
        </p:txBody>
      </p:sp>
      <p:sp>
        <p:nvSpPr>
          <p:cNvPr id="56" name="Text 1">
            <a:extLst>
              <a:ext uri="{FF2B5EF4-FFF2-40B4-BE49-F238E27FC236}">
                <a16:creationId xmlns:a16="http://schemas.microsoft.com/office/drawing/2014/main" id="{64927647-F8F6-4530-95C7-D3A9F9666F85}"/>
              </a:ext>
            </a:extLst>
          </p:cNvPr>
          <p:cNvSpPr/>
          <p:nvPr/>
        </p:nvSpPr>
        <p:spPr>
          <a:xfrm>
            <a:off x="85008" y="1375215"/>
            <a:ext cx="3743908" cy="2880320"/>
          </a:xfrm>
          <a:prstGeom prst="rect">
            <a:avLst/>
          </a:prstGeom>
          <a:noFill/>
          <a:ln/>
        </p:spPr>
        <p:txBody>
          <a:bodyPr wrap="square" lIns="0" tIns="0" rIns="0" bIns="0" rtlCol="0" anchor="ctr"/>
          <a:lstStyle/>
          <a:p>
            <a:pPr marL="0" indent="0" algn="ctr">
              <a:lnSpc>
                <a:spcPct val="150000"/>
              </a:lnSpc>
              <a:buNone/>
            </a:pPr>
            <a:r>
              <a:rPr lang="ko-KR" altLang="en-US" sz="4000" b="1" dirty="0">
                <a:latin typeface="Malgun Gothic" pitchFamily="34" charset="0"/>
                <a:ea typeface="Malgun Gothic" pitchFamily="34" charset="-122"/>
              </a:rPr>
              <a:t>모두가</a:t>
            </a:r>
            <a:endParaRPr lang="en-US" altLang="ko-KR" sz="4000" b="1" dirty="0">
              <a:latin typeface="Malgun Gothic" pitchFamily="34" charset="0"/>
              <a:ea typeface="Malgun Gothic" pitchFamily="34" charset="-122"/>
            </a:endParaRPr>
          </a:p>
          <a:p>
            <a:pPr marL="0" indent="0" algn="ctr">
              <a:lnSpc>
                <a:spcPct val="150000"/>
              </a:lnSpc>
              <a:buNone/>
            </a:pPr>
            <a:r>
              <a:rPr lang="ko-KR" altLang="en-US" sz="4000" b="1" dirty="0">
                <a:latin typeface="Malgun Gothic" pitchFamily="34" charset="0"/>
                <a:ea typeface="Malgun Gothic" pitchFamily="34" charset="-122"/>
              </a:rPr>
              <a:t>비웃었던</a:t>
            </a:r>
            <a:r>
              <a:rPr lang="ko-KR" altLang="en-US" sz="4000" b="1" dirty="0">
                <a:solidFill>
                  <a:srgbClr val="FFC000"/>
                </a:solidFill>
                <a:latin typeface="Malgun Gothic" pitchFamily="34" charset="0"/>
                <a:ea typeface="Malgun Gothic" pitchFamily="34" charset="-122"/>
              </a:rPr>
              <a:t> 꿈</a:t>
            </a:r>
            <a:endParaRPr lang="en-US" altLang="ko-KR" sz="4000" b="1" dirty="0">
              <a:solidFill>
                <a:srgbClr val="FFC000"/>
              </a:solidFill>
              <a:latin typeface="Malgun Gothic" pitchFamily="34" charset="0"/>
              <a:ea typeface="Malgun Gothic" pitchFamily="34" charset="-122"/>
            </a:endParaRPr>
          </a:p>
        </p:txBody>
      </p:sp>
      <p:pic>
        <p:nvPicPr>
          <p:cNvPr id="7" name="Image 0" descr="/mnt/data/meritz_dream_work/processed/workshop_soft.png">
            <a:extLst>
              <a:ext uri="{FF2B5EF4-FFF2-40B4-BE49-F238E27FC236}">
                <a16:creationId xmlns:a16="http://schemas.microsoft.com/office/drawing/2014/main" id="{B03D2200-ED04-445F-8B0B-B5CF549DD76A}"/>
              </a:ext>
            </a:extLst>
          </p:cNvPr>
          <p:cNvPicPr>
            <a:picLocks noChangeAspect="1"/>
          </p:cNvPicPr>
          <p:nvPr/>
        </p:nvPicPr>
        <p:blipFill>
          <a:blip r:embed="rId7"/>
          <a:stretch>
            <a:fillRect/>
          </a:stretch>
        </p:blipFill>
        <p:spPr>
          <a:xfrm>
            <a:off x="3828916" y="1095375"/>
            <a:ext cx="5229493" cy="3765235"/>
          </a:xfrm>
          <a:prstGeom prst="rect">
            <a:avLst/>
          </a:prstGeom>
        </p:spPr>
      </p:pic>
    </p:spTree>
    <p:extLst>
      <p:ext uri="{BB962C8B-B14F-4D97-AF65-F5344CB8AC3E}">
        <p14:creationId xmlns:p14="http://schemas.microsoft.com/office/powerpoint/2010/main" val="1170220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2505531560"/>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2721"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Image 0" descr="/mnt/data/meritz_dream_work/processed/approach_bg.jpg">
            <a:extLst>
              <a:ext uri="{FF2B5EF4-FFF2-40B4-BE49-F238E27FC236}">
                <a16:creationId xmlns:a16="http://schemas.microsoft.com/office/drawing/2014/main" id="{D9856D13-671C-4A47-8EED-C30DC7239ED1}"/>
              </a:ext>
            </a:extLst>
          </p:cNvPr>
          <p:cNvPicPr>
            <a:picLocks noChangeAspect="1"/>
          </p:cNvPicPr>
          <p:nvPr/>
        </p:nvPicPr>
        <p:blipFill>
          <a:blip r:embed="rId7"/>
          <a:srcRect/>
          <a:stretch/>
        </p:blipFill>
        <p:spPr>
          <a:xfrm>
            <a:off x="0" y="2382"/>
            <a:ext cx="9161011" cy="5143500"/>
          </a:xfrm>
          <a:prstGeom prst="rect">
            <a:avLst/>
          </a:prstGeom>
        </p:spPr>
      </p:pic>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r>
              <a:rPr lang="ko-KR" altLang="en-US" dirty="0"/>
              <a:t>담대한 스페이스</a:t>
            </a:r>
            <a:r>
              <a:rPr lang="en-US" altLang="ko-KR" dirty="0"/>
              <a:t>X</a:t>
            </a:r>
            <a:r>
              <a:rPr lang="ko-KR" altLang="en-US" dirty="0"/>
              <a:t>의 꿈</a:t>
            </a:r>
          </a:p>
        </p:txBody>
      </p:sp>
      <p:sp>
        <p:nvSpPr>
          <p:cNvPr id="9" name="Text 1">
            <a:extLst>
              <a:ext uri="{FF2B5EF4-FFF2-40B4-BE49-F238E27FC236}">
                <a16:creationId xmlns:a16="http://schemas.microsoft.com/office/drawing/2014/main" id="{B0D244FA-1CBC-473A-BD5B-FE8D397A3856}"/>
              </a:ext>
            </a:extLst>
          </p:cNvPr>
          <p:cNvSpPr/>
          <p:nvPr/>
        </p:nvSpPr>
        <p:spPr>
          <a:xfrm>
            <a:off x="233318" y="1131590"/>
            <a:ext cx="4175417" cy="2880320"/>
          </a:xfrm>
          <a:prstGeom prst="rect">
            <a:avLst/>
          </a:prstGeom>
          <a:noFill/>
          <a:ln/>
        </p:spPr>
        <p:txBody>
          <a:bodyPr wrap="square" lIns="0" tIns="0" rIns="0" bIns="0" rtlCol="0" anchor="ctr"/>
          <a:lstStyle/>
          <a:p>
            <a:pPr marL="0" indent="0" algn="ctr">
              <a:lnSpc>
                <a:spcPct val="150000"/>
              </a:lnSpc>
              <a:buNone/>
            </a:pPr>
            <a:r>
              <a:rPr lang="ko-KR" altLang="en-US" sz="4000" b="1" dirty="0">
                <a:latin typeface="Malgun Gothic" pitchFamily="34" charset="0"/>
                <a:ea typeface="Malgun Gothic" pitchFamily="34" charset="-122"/>
                <a:cs typeface="Malgun Gothic" pitchFamily="34" charset="-120"/>
              </a:rPr>
              <a:t>쏘아 올리고</a:t>
            </a:r>
            <a:endParaRPr lang="en-US" altLang="ko-KR" sz="4000" b="1" dirty="0">
              <a:latin typeface="Malgun Gothic" pitchFamily="34" charset="0"/>
              <a:ea typeface="Malgun Gothic" pitchFamily="34" charset="-122"/>
              <a:cs typeface="Malgun Gothic" pitchFamily="34" charset="-120"/>
            </a:endParaRPr>
          </a:p>
          <a:p>
            <a:pPr marL="0" indent="0" algn="ctr">
              <a:lnSpc>
                <a:spcPct val="150000"/>
              </a:lnSpc>
              <a:buNone/>
            </a:pPr>
            <a:r>
              <a:rPr lang="ko-KR" altLang="en-US" sz="4000" b="1" dirty="0">
                <a:solidFill>
                  <a:srgbClr val="FFC000"/>
                </a:solidFill>
                <a:latin typeface="Malgun Gothic" pitchFamily="34" charset="0"/>
                <a:ea typeface="Malgun Gothic" pitchFamily="34" charset="-122"/>
              </a:rPr>
              <a:t>다시 착륙 시키고</a:t>
            </a:r>
            <a:endParaRPr lang="en-US" altLang="ko-KR" sz="4000" b="1" dirty="0">
              <a:solidFill>
                <a:srgbClr val="FFC000"/>
              </a:solidFill>
              <a:latin typeface="Malgun Gothic" pitchFamily="34" charset="0"/>
              <a:ea typeface="Malgun Gothic" pitchFamily="34" charset="-122"/>
            </a:endParaRPr>
          </a:p>
          <a:p>
            <a:pPr marL="0" indent="0" algn="ctr">
              <a:lnSpc>
                <a:spcPct val="150000"/>
              </a:lnSpc>
              <a:buNone/>
            </a:pPr>
            <a:r>
              <a:rPr lang="ko-KR" altLang="en-US" sz="4000" b="1" dirty="0">
                <a:solidFill>
                  <a:srgbClr val="FFC000"/>
                </a:solidFill>
                <a:latin typeface="Malgun Gothic" pitchFamily="34" charset="0"/>
                <a:ea typeface="Malgun Gothic" pitchFamily="34" charset="-122"/>
              </a:rPr>
              <a:t>다시 사용한다</a:t>
            </a:r>
            <a:endParaRPr lang="en-US" altLang="ko-KR" sz="4000" b="1" dirty="0">
              <a:solidFill>
                <a:srgbClr val="FFC000"/>
              </a:solidFill>
              <a:latin typeface="Malgun Gothic" pitchFamily="34" charset="0"/>
              <a:ea typeface="Malgun Gothic" pitchFamily="34" charset="-122"/>
            </a:endParaRPr>
          </a:p>
        </p:txBody>
      </p:sp>
    </p:spTree>
    <p:extLst>
      <p:ext uri="{BB962C8B-B14F-4D97-AF65-F5344CB8AC3E}">
        <p14:creationId xmlns:p14="http://schemas.microsoft.com/office/powerpoint/2010/main" val="22348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실패를_딛고_나아가는_로켓들.png"/>
          <p:cNvPicPr>
            <a:picLocks noChangeAspect="1"/>
          </p:cNvPicPr>
          <p:nvPr/>
        </p:nvPicPr>
        <p:blipFill rotWithShape="1">
          <a:blip r:embed="rId2"/>
          <a:srcRect l="1969" t="27145" r="66531" b="11256"/>
          <a:stretch/>
        </p:blipFill>
        <p:spPr>
          <a:xfrm>
            <a:off x="287338" y="1851323"/>
            <a:ext cx="2618789" cy="2880667"/>
          </a:xfrm>
          <a:prstGeom prst="rect">
            <a:avLst/>
          </a:prstGeom>
          <a:ln>
            <a:noFill/>
          </a:ln>
          <a:effectLst>
            <a:softEdge rad="112500"/>
          </a:effectLst>
        </p:spPr>
      </p:pic>
      <p:sp>
        <p:nvSpPr>
          <p:cNvPr id="3" name="Text 1">
            <a:extLst>
              <a:ext uri="{FF2B5EF4-FFF2-40B4-BE49-F238E27FC236}">
                <a16:creationId xmlns:a16="http://schemas.microsoft.com/office/drawing/2014/main" id="{3184A21D-B5E8-4894-B500-267254B8D2BC}"/>
              </a:ext>
            </a:extLst>
          </p:cNvPr>
          <p:cNvSpPr/>
          <p:nvPr/>
        </p:nvSpPr>
        <p:spPr>
          <a:xfrm>
            <a:off x="151901" y="303213"/>
            <a:ext cx="8767174" cy="864096"/>
          </a:xfrm>
          <a:prstGeom prst="rect">
            <a:avLst/>
          </a:prstGeom>
          <a:solidFill>
            <a:schemeClr val="bg1"/>
          </a:solidFill>
          <a:ln/>
        </p:spPr>
        <p:txBody>
          <a:bodyPr wrap="square" lIns="0" tIns="0" rIns="0" bIns="0" rtlCol="0" anchor="ctr"/>
          <a:lstStyle/>
          <a:p>
            <a:pPr marL="0" indent="0" algn="ctr">
              <a:lnSpc>
                <a:spcPct val="150000"/>
              </a:lnSpc>
              <a:buNone/>
            </a:pPr>
            <a:r>
              <a:rPr lang="ko-KR" altLang="en-US" sz="4000" b="1" dirty="0">
                <a:latin typeface="Malgun Gothic" pitchFamily="34" charset="0"/>
                <a:ea typeface="Malgun Gothic" pitchFamily="34" charset="-122"/>
                <a:cs typeface="Malgun Gothic" pitchFamily="34" charset="-120"/>
              </a:rPr>
              <a:t>실패도 있었지만</a:t>
            </a:r>
            <a:r>
              <a:rPr lang="en-US" altLang="ko-KR" sz="4000" b="1" dirty="0">
                <a:latin typeface="Malgun Gothic" pitchFamily="34" charset="0"/>
                <a:ea typeface="Malgun Gothic" pitchFamily="34" charset="-122"/>
                <a:cs typeface="Malgun Gothic" pitchFamily="34" charset="-120"/>
              </a:rPr>
              <a:t>, </a:t>
            </a:r>
            <a:r>
              <a:rPr lang="ko-KR" altLang="en-US" sz="4000" b="1" dirty="0">
                <a:solidFill>
                  <a:srgbClr val="FFC000"/>
                </a:solidFill>
                <a:latin typeface="Malgun Gothic" pitchFamily="34" charset="0"/>
                <a:ea typeface="Malgun Gothic" pitchFamily="34" charset="-122"/>
                <a:cs typeface="Malgun Gothic" pitchFamily="34" charset="-120"/>
              </a:rPr>
              <a:t>포기하지 않음</a:t>
            </a:r>
            <a:endParaRPr lang="en-US" altLang="ko-KR" sz="4000" b="1" dirty="0">
              <a:solidFill>
                <a:srgbClr val="FFC000"/>
              </a:solidFill>
              <a:latin typeface="Malgun Gothic" pitchFamily="34" charset="0"/>
              <a:ea typeface="Malgun Gothic" pitchFamily="34" charset="-122"/>
            </a:endParaRPr>
          </a:p>
        </p:txBody>
      </p:sp>
      <p:pic>
        <p:nvPicPr>
          <p:cNvPr id="4" name="Picture 1" descr="실패를_딛고_나아가는_로켓들.png">
            <a:extLst>
              <a:ext uri="{FF2B5EF4-FFF2-40B4-BE49-F238E27FC236}">
                <a16:creationId xmlns:a16="http://schemas.microsoft.com/office/drawing/2014/main" id="{50B4BF22-82C8-4D61-BF8E-3BEFED18863B}"/>
              </a:ext>
            </a:extLst>
          </p:cNvPr>
          <p:cNvPicPr>
            <a:picLocks noChangeAspect="1"/>
          </p:cNvPicPr>
          <p:nvPr/>
        </p:nvPicPr>
        <p:blipFill rotWithShape="1">
          <a:blip r:embed="rId2"/>
          <a:srcRect l="66544" t="26907" r="1955" b="11494"/>
          <a:stretch/>
        </p:blipFill>
        <p:spPr>
          <a:xfrm>
            <a:off x="6192179" y="1826924"/>
            <a:ext cx="2736507" cy="2905066"/>
          </a:xfrm>
          <a:prstGeom prst="rect">
            <a:avLst/>
          </a:prstGeom>
          <a:ln>
            <a:noFill/>
          </a:ln>
          <a:effectLst>
            <a:softEdge rad="112500"/>
          </a:effectLst>
        </p:spPr>
      </p:pic>
      <p:pic>
        <p:nvPicPr>
          <p:cNvPr id="5" name="Picture 1" descr="실패를_딛고_나아가는_로켓들.png">
            <a:extLst>
              <a:ext uri="{FF2B5EF4-FFF2-40B4-BE49-F238E27FC236}">
                <a16:creationId xmlns:a16="http://schemas.microsoft.com/office/drawing/2014/main" id="{562CB177-7C9B-433A-86A8-CE283DD427EF}"/>
              </a:ext>
            </a:extLst>
          </p:cNvPr>
          <p:cNvPicPr>
            <a:picLocks noChangeAspect="1"/>
          </p:cNvPicPr>
          <p:nvPr/>
        </p:nvPicPr>
        <p:blipFill rotWithShape="1">
          <a:blip r:embed="rId2"/>
          <a:srcRect l="34739" t="27084" r="34942" b="11317"/>
          <a:stretch/>
        </p:blipFill>
        <p:spPr>
          <a:xfrm>
            <a:off x="3239758" y="1826925"/>
            <a:ext cx="2618790" cy="2905066"/>
          </a:xfrm>
          <a:prstGeom prst="rect">
            <a:avLst/>
          </a:prstGeom>
          <a:ln>
            <a:noFill/>
          </a:ln>
          <a:effectLst>
            <a:softEdge rad="11250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ext uri="{D42A27DB-BD31-4B8C-83A1-F6EECF244321}">
                <p14:modId xmlns:p14="http://schemas.microsoft.com/office/powerpoint/2010/main" val="1459554069"/>
              </p:ex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38074"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1" descr="s6_spacex_landing_opt2.png">
            <a:extLst>
              <a:ext uri="{FF2B5EF4-FFF2-40B4-BE49-F238E27FC236}">
                <a16:creationId xmlns:a16="http://schemas.microsoft.com/office/drawing/2014/main" id="{04BA106D-CEB8-44FE-8844-24ED562A98B5}"/>
              </a:ext>
            </a:extLst>
          </p:cNvPr>
          <p:cNvPicPr>
            <a:picLocks noChangeAspect="1"/>
          </p:cNvPicPr>
          <p:nvPr/>
        </p:nvPicPr>
        <p:blipFill>
          <a:blip r:embed="rId7"/>
          <a:stretch>
            <a:fillRect/>
          </a:stretch>
        </p:blipFill>
        <p:spPr>
          <a:xfrm>
            <a:off x="1" y="0"/>
            <a:ext cx="9144000" cy="5143629"/>
          </a:xfrm>
          <a:prstGeom prst="rect">
            <a:avLst/>
          </a:prstGeom>
        </p:spPr>
      </p:pic>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3" name="제목 2"/>
          <p:cNvSpPr>
            <a:spLocks noGrp="1"/>
          </p:cNvSpPr>
          <p:nvPr>
            <p:ph type="title"/>
          </p:nvPr>
        </p:nvSpPr>
        <p:spPr/>
        <p:txBody>
          <a:bodyPr vert="horz"/>
          <a:lstStyle/>
          <a:p>
            <a:endParaRPr lang="ko-KR" altLang="en-US" dirty="0"/>
          </a:p>
        </p:txBody>
      </p:sp>
      <p:sp>
        <p:nvSpPr>
          <p:cNvPr id="12" name="Text 1">
            <a:extLst>
              <a:ext uri="{FF2B5EF4-FFF2-40B4-BE49-F238E27FC236}">
                <a16:creationId xmlns:a16="http://schemas.microsoft.com/office/drawing/2014/main" id="{B4A669C1-916F-48E1-842C-950B8B9C4811}"/>
              </a:ext>
            </a:extLst>
          </p:cNvPr>
          <p:cNvSpPr/>
          <p:nvPr/>
        </p:nvSpPr>
        <p:spPr>
          <a:xfrm>
            <a:off x="0" y="3363144"/>
            <a:ext cx="9144001" cy="1656531"/>
          </a:xfrm>
          <a:prstGeom prst="rect">
            <a:avLst/>
          </a:prstGeom>
          <a:noFill/>
          <a:ln/>
        </p:spPr>
        <p:txBody>
          <a:bodyPr wrap="square" lIns="0" tIns="0" rIns="0" bIns="0" rtlCol="0" anchor="ctr"/>
          <a:lstStyle/>
          <a:p>
            <a:pPr marL="0" indent="0" algn="ctr">
              <a:lnSpc>
                <a:spcPct val="150000"/>
              </a:lnSpc>
              <a:buNone/>
            </a:pPr>
            <a:r>
              <a:rPr lang="ko-KR" altLang="en-US" sz="4000" b="1" dirty="0">
                <a:latin typeface="Malgun Gothic" pitchFamily="34" charset="0"/>
                <a:ea typeface="Malgun Gothic" pitchFamily="34" charset="-122"/>
                <a:cs typeface="Malgun Gothic" pitchFamily="34" charset="-120"/>
              </a:rPr>
              <a:t>그리고 마침내</a:t>
            </a:r>
            <a:r>
              <a:rPr lang="en-US" altLang="ko-KR" sz="4000" b="1" dirty="0">
                <a:latin typeface="Malgun Gothic" pitchFamily="34" charset="0"/>
                <a:ea typeface="Malgun Gothic" pitchFamily="34" charset="-122"/>
                <a:cs typeface="Malgun Gothic" pitchFamily="34" charset="-120"/>
              </a:rPr>
              <a:t>, </a:t>
            </a:r>
            <a:r>
              <a:rPr lang="ko-KR" altLang="en-US" sz="4000" b="1" dirty="0">
                <a:solidFill>
                  <a:srgbClr val="FFC000"/>
                </a:solidFill>
                <a:latin typeface="Malgun Gothic" pitchFamily="34" charset="0"/>
                <a:ea typeface="Malgun Gothic" pitchFamily="34" charset="-122"/>
              </a:rPr>
              <a:t>꿈이 현실이 됨</a:t>
            </a:r>
            <a:endParaRPr lang="en-US" altLang="ko-KR" sz="4000" b="1" dirty="0">
              <a:solidFill>
                <a:srgbClr val="FFC000"/>
              </a:solidFill>
              <a:latin typeface="Malgun Gothic" pitchFamily="34" charset="0"/>
              <a:ea typeface="Malgun Gothic" pitchFamily="34" charset="-122"/>
            </a:endParaRPr>
          </a:p>
          <a:p>
            <a:pPr marL="0" indent="0" algn="ctr">
              <a:lnSpc>
                <a:spcPct val="150000"/>
              </a:lnSpc>
              <a:buNone/>
            </a:pPr>
            <a:r>
              <a:rPr lang="en-US" altLang="ko-KR" sz="1600" b="1" dirty="0">
                <a:solidFill>
                  <a:srgbClr val="FFC000"/>
                </a:solidFill>
                <a:latin typeface="Malgun Gothic" pitchFamily="34" charset="0"/>
                <a:ea typeface="Malgun Gothic" pitchFamily="34" charset="-122"/>
              </a:rPr>
              <a:t>(</a:t>
            </a:r>
            <a:r>
              <a:rPr lang="ko-KR" altLang="en-US" sz="1600" b="1" dirty="0" err="1">
                <a:solidFill>
                  <a:srgbClr val="FFC000"/>
                </a:solidFill>
                <a:latin typeface="Malgun Gothic" pitchFamily="34" charset="0"/>
                <a:ea typeface="Malgun Gothic" pitchFamily="34" charset="-122"/>
              </a:rPr>
              <a:t>재착륙</a:t>
            </a:r>
            <a:r>
              <a:rPr lang="ko-KR" altLang="en-US" sz="1600" b="1" dirty="0">
                <a:solidFill>
                  <a:srgbClr val="FFC000"/>
                </a:solidFill>
                <a:latin typeface="Malgun Gothic" pitchFamily="34" charset="0"/>
                <a:ea typeface="Malgun Gothic" pitchFamily="34" charset="-122"/>
              </a:rPr>
              <a:t> 순간의 영상이 나와도 될 듯</a:t>
            </a:r>
            <a:r>
              <a:rPr lang="en-US" altLang="ko-KR" sz="1600" b="1" dirty="0">
                <a:solidFill>
                  <a:srgbClr val="FFC000"/>
                </a:solidFill>
                <a:latin typeface="Malgun Gothic" pitchFamily="34" charset="0"/>
                <a:ea typeface="Malgun Gothic" pitchFamily="34" charset="-122"/>
              </a:rPr>
              <a:t>, </a:t>
            </a:r>
            <a:r>
              <a:rPr lang="ko-KR" altLang="en-US" sz="1600" b="1" dirty="0">
                <a:solidFill>
                  <a:srgbClr val="FFC000"/>
                </a:solidFill>
                <a:latin typeface="Malgun Gothic" pitchFamily="34" charset="0"/>
                <a:ea typeface="Malgun Gothic" pitchFamily="34" charset="-122"/>
              </a:rPr>
              <a:t>사람들이 환호하는</a:t>
            </a:r>
            <a:r>
              <a:rPr lang="en-US" altLang="ko-KR" sz="1600" b="1" dirty="0">
                <a:solidFill>
                  <a:srgbClr val="FFC000"/>
                </a:solidFill>
                <a:latin typeface="Malgun Gothic" pitchFamily="34" charset="0"/>
                <a:ea typeface="Malgun Gothic" pitchFamily="34" charset="-122"/>
              </a:rPr>
              <a:t>….)</a:t>
            </a:r>
          </a:p>
        </p:txBody>
      </p:sp>
      <p:sp>
        <p:nvSpPr>
          <p:cNvPr id="2" name="직사각형 1">
            <a:extLst>
              <a:ext uri="{FF2B5EF4-FFF2-40B4-BE49-F238E27FC236}">
                <a16:creationId xmlns:a16="http://schemas.microsoft.com/office/drawing/2014/main" id="{FE6A3355-33BE-4835-9E70-31F9FF2B4792}"/>
              </a:ext>
            </a:extLst>
          </p:cNvPr>
          <p:cNvSpPr/>
          <p:nvPr/>
        </p:nvSpPr>
        <p:spPr>
          <a:xfrm>
            <a:off x="7488324" y="4731990"/>
            <a:ext cx="1655675" cy="411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400" b="1" dirty="0">
              <a:solidFill>
                <a:schemeClr val="tx1"/>
              </a:solidFill>
              <a:latin typeface="Arial" pitchFamily="34" charset="0"/>
            </a:endParaRPr>
          </a:p>
        </p:txBody>
      </p:sp>
    </p:spTree>
    <p:extLst>
      <p:ext uri="{BB962C8B-B14F-4D97-AF65-F5344CB8AC3E}">
        <p14:creationId xmlns:p14="http://schemas.microsoft.com/office/powerpoint/2010/main" val="296545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571210"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a:lstStyle/>
          <a:p>
            <a:endParaRPr lang="ko-KR" altLang="en-US" dirty="0"/>
          </a:p>
        </p:txBody>
      </p:sp>
      <p:pic>
        <p:nvPicPr>
          <p:cNvPr id="8" name="Image 0" descr="/mnt/data/meritz_dream_work/processed/office_mono.jpg">
            <a:extLst>
              <a:ext uri="{FF2B5EF4-FFF2-40B4-BE49-F238E27FC236}">
                <a16:creationId xmlns:a16="http://schemas.microsoft.com/office/drawing/2014/main" id="{C91D632A-5BAB-4BE4-974E-3836B51293C6}"/>
              </a:ext>
            </a:extLst>
          </p:cNvPr>
          <p:cNvPicPr>
            <a:picLocks noChangeAspect="1"/>
          </p:cNvPicPr>
          <p:nvPr/>
        </p:nvPicPr>
        <p:blipFill rotWithShape="1">
          <a:blip r:embed="rId7"/>
          <a:srcRect b="15986"/>
          <a:stretch/>
        </p:blipFill>
        <p:spPr>
          <a:xfrm>
            <a:off x="6443663" y="1097319"/>
            <a:ext cx="2487975" cy="1654451"/>
          </a:xfrm>
          <a:prstGeom prst="rect">
            <a:avLst/>
          </a:prstGeom>
        </p:spPr>
      </p:pic>
      <p:pic>
        <p:nvPicPr>
          <p:cNvPr id="9" name="Image 1" descr="/mnt/data/meritz_dream_work/processed/workshop_mono.jpg">
            <a:extLst>
              <a:ext uri="{FF2B5EF4-FFF2-40B4-BE49-F238E27FC236}">
                <a16:creationId xmlns:a16="http://schemas.microsoft.com/office/drawing/2014/main" id="{09DAFA44-FB4B-4200-AA55-A6C8A8696CBA}"/>
              </a:ext>
            </a:extLst>
          </p:cNvPr>
          <p:cNvPicPr>
            <a:picLocks noChangeAspect="1"/>
          </p:cNvPicPr>
          <p:nvPr/>
        </p:nvPicPr>
        <p:blipFill>
          <a:blip r:embed="rId8"/>
          <a:srcRect t="10091" b="10091"/>
          <a:stretch/>
        </p:blipFill>
        <p:spPr>
          <a:xfrm>
            <a:off x="6443663" y="3130029"/>
            <a:ext cx="2487975" cy="1654451"/>
          </a:xfrm>
          <a:prstGeom prst="rect">
            <a:avLst/>
          </a:prstGeom>
        </p:spPr>
      </p:pic>
      <p:sp>
        <p:nvSpPr>
          <p:cNvPr id="10" name="Text 1">
            <a:extLst>
              <a:ext uri="{FF2B5EF4-FFF2-40B4-BE49-F238E27FC236}">
                <a16:creationId xmlns:a16="http://schemas.microsoft.com/office/drawing/2014/main" id="{67CB8812-FB74-41EE-9D72-2577594023C7}"/>
              </a:ext>
            </a:extLst>
          </p:cNvPr>
          <p:cNvSpPr/>
          <p:nvPr/>
        </p:nvSpPr>
        <p:spPr>
          <a:xfrm>
            <a:off x="287338" y="1374570"/>
            <a:ext cx="5832103" cy="2880320"/>
          </a:xfrm>
          <a:prstGeom prst="rect">
            <a:avLst/>
          </a:prstGeom>
          <a:noFill/>
          <a:ln/>
        </p:spPr>
        <p:txBody>
          <a:bodyPr wrap="square" lIns="0" tIns="0" rIns="0" bIns="0" rtlCol="0" anchor="ctr"/>
          <a:lstStyle/>
          <a:p>
            <a:pPr marL="0" indent="0">
              <a:lnSpc>
                <a:spcPct val="150000"/>
              </a:lnSpc>
              <a:buNone/>
            </a:pPr>
            <a:r>
              <a:rPr lang="ko-KR" altLang="en-US" sz="4000" b="1" dirty="0">
                <a:latin typeface="Malgun Gothic" pitchFamily="34" charset="0"/>
                <a:ea typeface="Malgun Gothic" pitchFamily="34" charset="-122"/>
                <a:cs typeface="Malgun Gothic" pitchFamily="34" charset="-120"/>
              </a:rPr>
              <a:t>커진 다음에</a:t>
            </a:r>
            <a:endParaRPr lang="en-US" altLang="ko-KR" sz="4000" b="1" dirty="0">
              <a:latin typeface="Malgun Gothic" pitchFamily="34" charset="0"/>
              <a:ea typeface="Malgun Gothic" pitchFamily="34" charset="-122"/>
              <a:cs typeface="Malgun Gothic" pitchFamily="34" charset="-120"/>
            </a:endParaRPr>
          </a:p>
          <a:p>
            <a:pPr marL="0" indent="0">
              <a:lnSpc>
                <a:spcPct val="150000"/>
              </a:lnSpc>
              <a:buNone/>
            </a:pPr>
            <a:r>
              <a:rPr lang="ko-KR" altLang="en-US" sz="4000" b="1" dirty="0">
                <a:latin typeface="Malgun Gothic" pitchFamily="34" charset="0"/>
                <a:ea typeface="Malgun Gothic" pitchFamily="34" charset="-122"/>
                <a:cs typeface="Malgun Gothic" pitchFamily="34" charset="-120"/>
              </a:rPr>
              <a:t>큰 꿈을 꾼 것이 아닙니다</a:t>
            </a:r>
            <a:endParaRPr lang="en-US" altLang="ko-KR" sz="4000" b="1" dirty="0">
              <a:latin typeface="Malgun Gothic" pitchFamily="34" charset="0"/>
              <a:ea typeface="Malgun Gothic" pitchFamily="34" charset="-122"/>
              <a:cs typeface="Malgun Gothic" pitchFamily="34" charset="-120"/>
            </a:endParaRPr>
          </a:p>
          <a:p>
            <a:pPr marL="0" indent="0">
              <a:lnSpc>
                <a:spcPct val="150000"/>
              </a:lnSpc>
              <a:buNone/>
            </a:pPr>
            <a:endParaRPr lang="en-US" altLang="ko-KR" sz="1500" b="1" dirty="0">
              <a:latin typeface="Malgun Gothic" pitchFamily="34" charset="0"/>
              <a:ea typeface="Malgun Gothic" pitchFamily="34" charset="-122"/>
              <a:cs typeface="Malgun Gothic" pitchFamily="34" charset="-120"/>
            </a:endParaRPr>
          </a:p>
          <a:p>
            <a:pPr marL="0" indent="0">
              <a:lnSpc>
                <a:spcPct val="150000"/>
              </a:lnSpc>
              <a:buNone/>
            </a:pPr>
            <a:r>
              <a:rPr lang="ko-KR" altLang="en-US" sz="4000" b="1" dirty="0">
                <a:latin typeface="Malgun Gothic" pitchFamily="34" charset="0"/>
                <a:ea typeface="Malgun Gothic" pitchFamily="34" charset="-122"/>
                <a:cs typeface="Malgun Gothic" pitchFamily="34" charset="-120"/>
              </a:rPr>
              <a:t>큰 꿈을 현실로 만들며</a:t>
            </a:r>
            <a:endParaRPr lang="en-US" altLang="ko-KR" sz="4000" b="1" dirty="0">
              <a:latin typeface="Malgun Gothic" pitchFamily="34" charset="0"/>
              <a:ea typeface="Malgun Gothic" pitchFamily="34" charset="-122"/>
              <a:cs typeface="Malgun Gothic" pitchFamily="34" charset="-120"/>
            </a:endParaRPr>
          </a:p>
          <a:p>
            <a:pPr marL="0" indent="0">
              <a:lnSpc>
                <a:spcPct val="150000"/>
              </a:lnSpc>
              <a:buNone/>
            </a:pPr>
            <a:r>
              <a:rPr lang="ko-KR" altLang="en-US" sz="4000" b="1" dirty="0">
                <a:solidFill>
                  <a:srgbClr val="FFC000"/>
                </a:solidFill>
                <a:latin typeface="Malgun Gothic" pitchFamily="34" charset="0"/>
                <a:ea typeface="Malgun Gothic" pitchFamily="34" charset="-122"/>
                <a:cs typeface="Malgun Gothic" pitchFamily="34" charset="-120"/>
              </a:rPr>
              <a:t>커졌습니다</a:t>
            </a:r>
            <a:endParaRPr lang="en-US" altLang="ko-KR" sz="4000" b="1" dirty="0">
              <a:solidFill>
                <a:srgbClr val="FFC000"/>
              </a:solidFill>
              <a:latin typeface="Malgun Gothic" pitchFamily="34" charset="0"/>
              <a:ea typeface="Malgun Gothic" pitchFamily="34" charset="-122"/>
            </a:endParaRPr>
          </a:p>
        </p:txBody>
      </p:sp>
    </p:spTree>
    <p:extLst>
      <p:ext uri="{BB962C8B-B14F-4D97-AF65-F5344CB8AC3E}">
        <p14:creationId xmlns:p14="http://schemas.microsoft.com/office/powerpoint/2010/main" val="2118832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4771"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a:lstStyle/>
          <a:p>
            <a:endParaRPr lang="ko-KR" altLang="en-US" dirty="0"/>
          </a:p>
        </p:txBody>
      </p:sp>
      <p:sp>
        <p:nvSpPr>
          <p:cNvPr id="7" name="제목 4">
            <a:extLst>
              <a:ext uri="{FF2B5EF4-FFF2-40B4-BE49-F238E27FC236}">
                <a16:creationId xmlns:a16="http://schemas.microsoft.com/office/drawing/2014/main" id="{CA91DB0D-B26E-457F-884E-504F50E9DB8F}"/>
              </a:ext>
            </a:extLst>
          </p:cNvPr>
          <p:cNvSpPr txBox="1">
            <a:spLocks/>
          </p:cNvSpPr>
          <p:nvPr/>
        </p:nvSpPr>
        <p:spPr>
          <a:xfrm>
            <a:off x="242903" y="1527175"/>
            <a:ext cx="8642349" cy="923330"/>
          </a:xfrm>
          <a:prstGeom prst="rect">
            <a:avLst/>
          </a:prstGeom>
        </p:spPr>
        <p:txBody>
          <a:bodyPr vert="horz" lIns="0" tIns="0" rIns="0" bIns="0" rtlCol="0" anchor="t" anchorCtr="0">
            <a:noAutofit/>
          </a:bodyPr>
          <a:lst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a:lstStyle>
          <a:p>
            <a:pPr algn="ctr">
              <a:lnSpc>
                <a:spcPct val="150000"/>
              </a:lnSpc>
            </a:pPr>
            <a:r>
              <a:rPr lang="ko-KR" altLang="en-US" sz="4800" dirty="0"/>
              <a:t>더 큰 성장은</a:t>
            </a:r>
            <a:r>
              <a:rPr lang="en-US" altLang="ko-KR" sz="4800" dirty="0"/>
              <a:t>,</a:t>
            </a:r>
          </a:p>
          <a:p>
            <a:pPr algn="ctr">
              <a:lnSpc>
                <a:spcPct val="150000"/>
              </a:lnSpc>
            </a:pPr>
            <a:r>
              <a:rPr lang="ko-KR" altLang="en-US" sz="4800" dirty="0">
                <a:solidFill>
                  <a:srgbClr val="FFC000"/>
                </a:solidFill>
              </a:rPr>
              <a:t>더 큰 꿈에서 시작됩니다</a:t>
            </a:r>
          </a:p>
        </p:txBody>
      </p:sp>
    </p:spTree>
    <p:extLst>
      <p:ext uri="{BB962C8B-B14F-4D97-AF65-F5344CB8AC3E}">
        <p14:creationId xmlns:p14="http://schemas.microsoft.com/office/powerpoint/2010/main" val="2110342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개체 16" hidden="1"/>
          <p:cNvGraphicFramePr>
            <a:graphicFrameLocks noChangeAspect="1"/>
          </p:cNvGraphicFramePr>
          <p:nvPr>
            <p:custDataLst>
              <p:tags r:id="rId2"/>
            </p:custDataLst>
            <p:extLst/>
          </p:nvPr>
        </p:nvGraphicFramePr>
        <p:xfrm>
          <a:off x="1590" y="1192"/>
          <a:ext cx="1587" cy="1190"/>
        </p:xfrm>
        <a:graphic>
          <a:graphicData uri="http://schemas.openxmlformats.org/presentationml/2006/ole">
            <mc:AlternateContent xmlns:mc="http://schemas.openxmlformats.org/markup-compatibility/2006">
              <mc:Choice xmlns:v="urn:schemas-microsoft-com:vml" Requires="v">
                <p:oleObj spid="_x0000_s4727842" name="think-cell Slide" r:id="rId5" imgW="270" imgH="270" progId="TCLayout.ActiveDocument.1">
                  <p:embed/>
                </p:oleObj>
              </mc:Choice>
              <mc:Fallback>
                <p:oleObj name="think-cell Slide" r:id="rId5" imgW="270" imgH="270" progId="TCLayout.ActiveDocument.1">
                  <p:embed/>
                  <p:pic>
                    <p:nvPicPr>
                      <p:cNvPr id="17" name="개체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직사각형 5" hidden="1"/>
          <p:cNvSpPr/>
          <p:nvPr>
            <p:custDataLst>
              <p:tags r:id="rId3"/>
            </p:custDataLst>
          </p:nvPr>
        </p:nvSpPr>
        <p:spPr bwMode="auto">
          <a:xfrm>
            <a:off x="4" y="1"/>
            <a:ext cx="158751" cy="119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ko-KR" altLang="en-US" sz="1200" dirty="0">
              <a:solidFill>
                <a:srgbClr val="000000"/>
              </a:solidFill>
              <a:latin typeface="맑은 고딕"/>
              <a:ea typeface="맑은 고딕"/>
              <a:sym typeface="맑은 고딕"/>
            </a:endParaRPr>
          </a:p>
        </p:txBody>
      </p:sp>
      <p:sp>
        <p:nvSpPr>
          <p:cNvPr id="4" name="제목 3">
            <a:extLst>
              <a:ext uri="{FF2B5EF4-FFF2-40B4-BE49-F238E27FC236}">
                <a16:creationId xmlns:a16="http://schemas.microsoft.com/office/drawing/2014/main" id="{AD48812F-DE53-4B41-AE27-2284E6E33AEF}"/>
              </a:ext>
            </a:extLst>
          </p:cNvPr>
          <p:cNvSpPr>
            <a:spLocks noGrp="1"/>
          </p:cNvSpPr>
          <p:nvPr>
            <p:ph type="title"/>
          </p:nvPr>
        </p:nvSpPr>
        <p:spPr/>
        <p:txBody>
          <a:bodyPr/>
          <a:lstStyle/>
          <a:p>
            <a:endParaRPr lang="ko-KR" altLang="en-US" dirty="0"/>
          </a:p>
        </p:txBody>
      </p:sp>
      <p:sp>
        <p:nvSpPr>
          <p:cNvPr id="7" name="제목 4">
            <a:extLst>
              <a:ext uri="{FF2B5EF4-FFF2-40B4-BE49-F238E27FC236}">
                <a16:creationId xmlns:a16="http://schemas.microsoft.com/office/drawing/2014/main" id="{CA91DB0D-B26E-457F-884E-504F50E9DB8F}"/>
              </a:ext>
            </a:extLst>
          </p:cNvPr>
          <p:cNvSpPr txBox="1">
            <a:spLocks/>
          </p:cNvSpPr>
          <p:nvPr/>
        </p:nvSpPr>
        <p:spPr>
          <a:xfrm>
            <a:off x="242903" y="1699674"/>
            <a:ext cx="8642349" cy="923330"/>
          </a:xfrm>
          <a:prstGeom prst="rect">
            <a:avLst/>
          </a:prstGeom>
        </p:spPr>
        <p:txBody>
          <a:bodyPr vert="horz" lIns="0" tIns="0" rIns="0" bIns="0" rtlCol="0" anchor="t" anchorCtr="0">
            <a:noAutofit/>
          </a:bodyPr>
          <a:lstStyle>
            <a:lvl1pPr algn="l" defTabSz="914400" rtl="0" eaLnBrk="0" latinLnBrk="0" hangingPunct="0">
              <a:spcBef>
                <a:spcPts val="600"/>
              </a:spcBef>
              <a:buNone/>
              <a:defRPr sz="2800" b="1" kern="1200" baseline="0">
                <a:solidFill>
                  <a:schemeClr val="tx1"/>
                </a:solidFill>
                <a:latin typeface="Arial" pitchFamily="34" charset="0"/>
                <a:ea typeface="맑은 고딕" pitchFamily="50" charset="-127"/>
                <a:cs typeface="Arial" pitchFamily="34" charset="0"/>
              </a:defRPr>
            </a:lvl1pPr>
          </a:lstStyle>
          <a:p>
            <a:pPr algn="ctr"/>
            <a:r>
              <a:rPr lang="en-US" altLang="ko-KR" sz="7200" dirty="0">
                <a:solidFill>
                  <a:srgbClr val="FFC000"/>
                </a:solidFill>
              </a:rPr>
              <a:t>YOUR TURN</a:t>
            </a:r>
          </a:p>
          <a:p>
            <a:pPr algn="ctr"/>
            <a:r>
              <a:rPr lang="ko-KR" altLang="en-US" sz="4000" dirty="0"/>
              <a:t>이제</a:t>
            </a:r>
            <a:r>
              <a:rPr lang="en-US" altLang="ko-KR" sz="4000" dirty="0"/>
              <a:t>, </a:t>
            </a:r>
            <a:r>
              <a:rPr lang="ko-KR" altLang="en-US" sz="4000" dirty="0"/>
              <a:t>당신이 주인공 입니다</a:t>
            </a:r>
            <a:r>
              <a:rPr lang="en-US" altLang="ko-KR" sz="4000" dirty="0"/>
              <a:t>.</a:t>
            </a:r>
          </a:p>
        </p:txBody>
      </p:sp>
    </p:spTree>
    <p:extLst>
      <p:ext uri="{BB962C8B-B14F-4D97-AF65-F5344CB8AC3E}">
        <p14:creationId xmlns:p14="http://schemas.microsoft.com/office/powerpoint/2010/main" val="713855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배경 빛">    </p:cNvPr>
          <p:cNvPicPr>
            <a:picLocks noChangeAspect="1"/>
          </p:cNvPicPr>
          <p:nvPr/>
        </p:nvPicPr>
        <p:blipFill>
          <a:blip r:embed="rId1">
            <a:alphaModFix amt="70000"/>
          </a:blip>
          <a:stretch>
            <a:fillRect/>
          </a:stretch>
        </p:blipFill>
        <p:spPr>
          <a:xfrm>
            <a:off x="914400" y="2743200"/>
            <a:ext cx="7315200" cy="2286000"/>
          </a:xfrm>
          <a:prstGeom prst="rect">
            <a:avLst/>
          </a:prstGeom>
        </p:spPr>
      </p:pic>
      <p:sp>
        <p:nvSpPr>
          <p:cNvPr id="3" name="Text 0"/>
          <p:cNvSpPr txBox="1"/>
          <p:nvPr/>
        </p:nvSpPr>
        <p:spPr>
          <a:xfrm>
            <a:off x="274320" y="457200"/>
            <a:ext cx="85953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맑은 고딕" pitchFamily="34" charset="0"/>
                <a:ea typeface="맑은 고딕" pitchFamily="34" charset="-122"/>
                <a:cs typeface="맑은 고딕" pitchFamily="34" charset="-120"/>
              </a:rPr>
              <a:t>영업하며 한 번쯤, 이런 꿈 꿔 보셨죠?</a:t>
            </a:r>
            <a:endParaRPr lang="en-US" sz="2400" dirty="0"/>
          </a:p>
        </p:txBody>
      </p:sp>
      <p:sp>
        <p:nvSpPr>
          <p:cNvPr id="4" name="Text 1"/>
          <p:cNvSpPr txBox="1"/>
          <p:nvPr/>
        </p:nvSpPr>
        <p:spPr>
          <a:xfrm>
            <a:off x="274320" y="1115568"/>
            <a:ext cx="859536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고객을 </a:t>
            </a:r>
            <a:r>
              <a:rPr lang="en-US" sz="2600" b="1" dirty="0">
                <a:solidFill>
                  <a:srgbClr val="FFC000"/>
                </a:solidFill>
                <a:latin typeface="맑은 고딕" pitchFamily="34" charset="0"/>
                <a:ea typeface="맑은 고딕" pitchFamily="34" charset="-122"/>
                <a:cs typeface="맑은 고딕" pitchFamily="34" charset="-120"/>
              </a:rPr>
              <a:t>매일 아침</a:t>
            </a:r>
            <a:r>
              <a:rPr lang="en-US" sz="2600" b="1" dirty="0">
                <a:solidFill>
                  <a:srgbClr val="FFFFFF"/>
                </a:solidFill>
                <a:latin typeface="맑은 고딕" pitchFamily="34" charset="0"/>
                <a:ea typeface="맑은 고딕" pitchFamily="34" charset="-122"/>
                <a:cs typeface="맑은 고딕" pitchFamily="34" charset="-120"/>
              </a:rPr>
              <a:t> 추천해준다면?</a:t>
            </a:r>
            <a:endParaRPr lang="en-US" sz="2600" dirty="0"/>
          </a:p>
        </p:txBody>
      </p:sp>
      <p:sp>
        <p:nvSpPr>
          <p:cNvPr id="5" name="Text 2"/>
          <p:cNvSpPr txBox="1"/>
          <p:nvPr/>
        </p:nvSpPr>
        <p:spPr>
          <a:xfrm>
            <a:off x="274320" y="1755648"/>
            <a:ext cx="859536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약관을 </a:t>
            </a:r>
            <a:r>
              <a:rPr lang="en-US" sz="2600" b="1" dirty="0">
                <a:solidFill>
                  <a:srgbClr val="FFC000"/>
                </a:solidFill>
                <a:latin typeface="맑은 고딕" pitchFamily="34" charset="0"/>
                <a:ea typeface="맑은 고딕" pitchFamily="34" charset="-122"/>
                <a:cs typeface="맑은 고딕" pitchFamily="34" charset="-120"/>
              </a:rPr>
              <a:t>공시실에 들어갈 필요 없이</a:t>
            </a:r>
            <a:r>
              <a:rPr lang="en-US" sz="2600" b="1" dirty="0">
                <a:solidFill>
                  <a:srgbClr val="FFFFFF"/>
                </a:solidFill>
                <a:latin typeface="맑은 고딕" pitchFamily="34" charset="0"/>
                <a:ea typeface="맑은 고딕" pitchFamily="34" charset="-122"/>
                <a:cs typeface="맑은 고딕" pitchFamily="34" charset="-120"/>
              </a:rPr>
              <a:t> 볼 수 있다면?</a:t>
            </a:r>
            <a:endParaRPr lang="en-US" sz="2600" dirty="0"/>
          </a:p>
        </p:txBody>
      </p:sp>
      <p:sp>
        <p:nvSpPr>
          <p:cNvPr id="6" name="Text 3"/>
          <p:cNvSpPr txBox="1"/>
          <p:nvPr/>
        </p:nvSpPr>
        <p:spPr>
          <a:xfrm>
            <a:off x="274320" y="2395728"/>
            <a:ext cx="8595360" cy="548640"/>
          </a:xfrm>
          <a:prstGeom prst="rect">
            <a:avLst/>
          </a:prstGeom>
          <a:noFill/>
          <a:ln/>
        </p:spPr>
        <p:txBody>
          <a:bodyPr wrap="square" lIns="0" tIns="0" rIns="0" bIns="0" rtlCol="0" anchor="ctr"/>
          <a:lstStyle/>
          <a:p>
            <a:pPr algn="ctr" indent="0" marL="0">
              <a:buNone/>
            </a:pPr>
            <a:r>
              <a:rPr lang="en-US" sz="2600" b="1" dirty="0">
                <a:solidFill>
                  <a:srgbClr val="FFC000"/>
                </a:solidFill>
                <a:latin typeface="맑은 고딕" pitchFamily="34" charset="0"/>
                <a:ea typeface="맑은 고딕" pitchFamily="34" charset="-122"/>
                <a:cs typeface="맑은 고딕" pitchFamily="34" charset="-120"/>
              </a:rPr>
              <a:t>자동으로</a:t>
            </a:r>
            <a:r>
              <a:rPr lang="en-US" sz="2600" b="1" dirty="0">
                <a:solidFill>
                  <a:srgbClr val="FFFFFF"/>
                </a:solidFill>
                <a:latin typeface="맑은 고딕" pitchFamily="34" charset="0"/>
                <a:ea typeface="맑은 고딕" pitchFamily="34" charset="-122"/>
                <a:cs typeface="맑은 고딕" pitchFamily="34" charset="-120"/>
              </a:rPr>
              <a:t> 보장분석, 설계, 리포트까지 만들어준다면?</a:t>
            </a:r>
            <a:endParaRPr lang="en-US" sz="2600" dirty="0"/>
          </a:p>
        </p:txBody>
      </p:sp>
      <p:sp>
        <p:nvSpPr>
          <p:cNvPr id="7" name="Text 4"/>
          <p:cNvSpPr txBox="1"/>
          <p:nvPr/>
        </p:nvSpPr>
        <p:spPr>
          <a:xfrm>
            <a:off x="274320" y="3127248"/>
            <a:ext cx="8595360" cy="640080"/>
          </a:xfrm>
          <a:prstGeom prst="rect">
            <a:avLst/>
          </a:prstGeom>
          <a:noFill/>
          <a:ln/>
        </p:spPr>
        <p:txBody>
          <a:bodyPr wrap="square" lIns="0" tIns="0" rIns="0" bIns="0" rtlCol="0" anchor="ctr"/>
          <a:lstStyle/>
          <a:p>
            <a:pPr algn="ctr" indent="0" marL="0">
              <a:buNone/>
            </a:pPr>
            <a:r>
              <a:rPr lang="en-US" sz="4000" b="1" dirty="0">
                <a:solidFill>
                  <a:srgbClr val="FFC000"/>
                </a:solidFill>
                <a:latin typeface="Arial" pitchFamily="34" charset="0"/>
                <a:ea typeface="Arial" pitchFamily="34" charset="-122"/>
                <a:cs typeface="Arial" pitchFamily="34" charset="-120"/>
              </a:rPr>
              <a:t>YOUR TURN</a:t>
            </a:r>
            <a:endParaRPr lang="en-US" sz="4000" dirty="0"/>
          </a:p>
        </p:txBody>
      </p:sp>
      <p:sp>
        <p:nvSpPr>
          <p:cNvPr id="8" name="Text 5"/>
          <p:cNvSpPr txBox="1"/>
          <p:nvPr/>
        </p:nvSpPr>
        <p:spPr>
          <a:xfrm>
            <a:off x="274320" y="3767328"/>
            <a:ext cx="85953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맑은 고딕" pitchFamily="34" charset="0"/>
                <a:ea typeface="맑은 고딕" pitchFamily="34" charset="-122"/>
                <a:cs typeface="맑은 고딕" pitchFamily="34" charset="-120"/>
              </a:rPr>
              <a:t>이제, </a:t>
            </a:r>
            <a:r>
              <a:rPr lang="en-US" sz="2400" b="1" dirty="0">
                <a:solidFill>
                  <a:srgbClr val="FFC000"/>
                </a:solidFill>
                <a:latin typeface="Arial" pitchFamily="34" charset="0"/>
                <a:ea typeface="Arial" pitchFamily="34" charset="-122"/>
                <a:cs typeface="Arial" pitchFamily="34" charset="-120"/>
              </a:rPr>
              <a:t>MeAI</a:t>
            </a:r>
            <a:r>
              <a:rPr lang="en-US" sz="2400" b="1" dirty="0">
                <a:solidFill>
                  <a:srgbClr val="FFFFFF"/>
                </a:solidFill>
                <a:latin typeface="맑은 고딕" pitchFamily="34" charset="0"/>
                <a:ea typeface="맑은 고딕" pitchFamily="34" charset="-122"/>
                <a:cs typeface="맑은 고딕" pitchFamily="34" charset="-120"/>
              </a:rPr>
              <a:t>로 그 꿈이 현실이 될 차례입니다</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3"/>
          <p:cNvSpPr>
            <a:spLocks noGrp="1"/>
          </p:cNvSpPr>
          <p:nvPr>
            <p:ph type="title"/>
          </p:nvPr>
        </p:nvSpPr>
        <p:spPr/>
        <p:txBody>
          <a:bodyPr vert="horz"/>
          <a:lstStyle/>
          <a:p>
            <a:r>
              <a:rPr lang="ko-KR" altLang="en-US" dirty="0"/>
              <a:t>AI 시대, MeAI는 타사에 없는 강력한 무기</a:t>
            </a:r>
          </a:p>
        </p:txBody>
      </p:sp>
      <p:pic>
        <p:nvPicPr>
          <p:cNvPr id="3" name="Image 0" descr="배경 빛">    </p:cNvPr>
          <p:cNvPicPr>
            <a:picLocks noChangeAspect="1"/>
          </p:cNvPicPr>
          <p:nvPr/>
        </p:nvPicPr>
        <p:blipFill>
          <a:blip r:embed="rId1"/>
          <a:stretch>
            <a:fillRect/>
          </a:stretch>
        </p:blipFill>
        <p:spPr>
          <a:xfrm>
            <a:off x="3383280" y="457200"/>
            <a:ext cx="6309360" cy="4572000"/>
          </a:xfrm>
          <a:prstGeom prst="rect">
            <a:avLst/>
          </a:prstGeom>
        </p:spPr>
      </p:pic>
      <p:pic>
        <p:nvPicPr>
          <p:cNvPr id="4" name="Image 1" descr="MeAI 홈 화면(오늘의 추천 고객)">    </p:cNvPr>
          <p:cNvPicPr>
            <a:picLocks noChangeAspect="1"/>
          </p:cNvPicPr>
          <p:nvPr/>
        </p:nvPicPr>
        <p:blipFill>
          <a:blip r:embed="rId2"/>
          <a:stretch>
            <a:fillRect/>
          </a:stretch>
        </p:blipFill>
        <p:spPr>
          <a:xfrm>
            <a:off x="4343400" y="896112"/>
            <a:ext cx="4343400" cy="3744310"/>
          </a:xfrm>
          <a:prstGeom prst="rect">
            <a:avLst/>
          </a:prstGeom>
        </p:spPr>
      </p:pic>
      <p:sp>
        <p:nvSpPr>
          <p:cNvPr id="5" name="Shape 1"/>
          <p:cNvSpPr/>
          <p:nvPr/>
        </p:nvSpPr>
        <p:spPr>
          <a:xfrm>
            <a:off x="4343400" y="896112"/>
            <a:ext cx="4343400" cy="3744310"/>
          </a:xfrm>
          <a:prstGeom prst="roundRect">
            <a:avLst>
              <a:gd name="adj" fmla="val 1954"/>
            </a:avLst>
          </a:prstGeom>
          <a:ln w="12700">
            <a:solidFill>
              <a:srgbClr val="FFC000">
                <a:alpha val="55000"/>
              </a:srgbClr>
            </a:solidFill>
            <a:prstDash val="solid"/>
          </a:ln>
        </p:spPr>
      </p:sp>
      <p:sp>
        <p:nvSpPr>
          <p:cNvPr id="6" name="Shape 2"/>
          <p:cNvSpPr/>
          <p:nvPr/>
        </p:nvSpPr>
        <p:spPr>
          <a:xfrm>
            <a:off x="4414542" y="2992926"/>
            <a:ext cx="1370418" cy="1497724"/>
          </a:xfrm>
          <a:prstGeom prst="roundRect">
            <a:avLst>
              <a:gd name="adj" fmla="val 4003"/>
            </a:avLst>
          </a:prstGeom>
          <a:ln w="28575">
            <a:solidFill>
              <a:srgbClr val="FFC000"/>
            </a:solidFill>
            <a:prstDash val="solid"/>
          </a:ln>
        </p:spPr>
      </p:sp>
      <p:sp>
        <p:nvSpPr>
          <p:cNvPr id="7" name="Text 3"/>
          <p:cNvSpPr txBox="1"/>
          <p:nvPr/>
        </p:nvSpPr>
        <p:spPr>
          <a:xfrm>
            <a:off x="365760" y="960120"/>
            <a:ext cx="3840480" cy="310896"/>
          </a:xfrm>
          <a:prstGeom prst="rect">
            <a:avLst/>
          </a:prstGeom>
          <a:noFill/>
          <a:ln/>
        </p:spPr>
        <p:txBody>
          <a:bodyPr wrap="square" lIns="0" tIns="0" rIns="0" bIns="0" rtlCol="0" anchor="ctr"/>
          <a:lstStyle/>
          <a:p>
            <a:pPr indent="0" marL="0">
              <a:buNone/>
            </a:pPr>
            <a:r>
              <a:rPr lang="en-US" sz="1500" b="1" dirty="0">
                <a:solidFill>
                  <a:srgbClr val="FFC000"/>
                </a:solidFill>
                <a:latin typeface="맑은 고딕" pitchFamily="34" charset="0"/>
                <a:ea typeface="맑은 고딕" pitchFamily="34" charset="-122"/>
                <a:cs typeface="맑은 고딕" pitchFamily="34" charset="-120"/>
              </a:rPr>
              <a:t>MeAI 홈  ·  오늘의 추천 고객 9명</a:t>
            </a:r>
            <a:endParaRPr lang="en-US" sz="1500" dirty="0"/>
          </a:p>
        </p:txBody>
      </p:sp>
      <p:sp>
        <p:nvSpPr>
          <p:cNvPr id="8" name="Text 4"/>
          <p:cNvSpPr txBox="1"/>
          <p:nvPr/>
        </p:nvSpPr>
        <p:spPr>
          <a:xfrm>
            <a:off x="365760" y="1371600"/>
            <a:ext cx="3840480" cy="164592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맑은 고딕" pitchFamily="34" charset="0"/>
                <a:ea typeface="맑은 고딕" pitchFamily="34" charset="-122"/>
                <a:cs typeface="맑은 고딕" pitchFamily="34" charset="-120"/>
              </a:rPr>
              <a:t>아침마다</a:t>
            </a:r>
            <a:endParaRPr lang="en-US" sz="3200" dirty="0"/>
          </a:p>
          <a:p>
            <a:pPr indent="0" marL="0">
              <a:lnSpc>
                <a:spcPct val="105000"/>
              </a:lnSpc>
              <a:buNone/>
            </a:pPr>
            <a:r>
              <a:rPr lang="en-US" sz="3200" b="1" dirty="0">
                <a:solidFill>
                  <a:srgbClr val="FFFFFF"/>
                </a:solidFill>
                <a:latin typeface="맑은 고딕" pitchFamily="34" charset="0"/>
                <a:ea typeface="맑은 고딕" pitchFamily="34" charset="-122"/>
                <a:cs typeface="맑은 고딕" pitchFamily="34" charset="-120"/>
              </a:rPr>
              <a:t>MeAI가 먼저</a:t>
            </a:r>
            <a:endParaRPr lang="en-US" sz="3200" dirty="0"/>
          </a:p>
          <a:p>
            <a:pPr indent="0" marL="0">
              <a:lnSpc>
                <a:spcPct val="105000"/>
              </a:lnSpc>
              <a:buNone/>
            </a:pPr>
            <a:r>
              <a:rPr lang="en-US" sz="3200" b="1" dirty="0">
                <a:solidFill>
                  <a:srgbClr val="FFC000"/>
                </a:solidFill>
                <a:latin typeface="맑은 고딕" pitchFamily="34" charset="0"/>
                <a:ea typeface="맑은 고딕" pitchFamily="34" charset="-122"/>
                <a:cs typeface="맑은 고딕" pitchFamily="34" charset="-120"/>
              </a:rPr>
              <a:t>고객을 찾아옵니다</a:t>
            </a:r>
            <a:endParaRPr lang="en-US" sz="3200" dirty="0"/>
          </a:p>
        </p:txBody>
      </p:sp>
      <p:sp>
        <p:nvSpPr>
          <p:cNvPr id="9" name="Shape 5"/>
          <p:cNvSpPr/>
          <p:nvPr/>
        </p:nvSpPr>
        <p:spPr>
          <a:xfrm>
            <a:off x="365760" y="3246120"/>
            <a:ext cx="3611880" cy="1115568"/>
          </a:xfrm>
          <a:prstGeom prst="roundRect">
            <a:avLst>
              <a:gd name="adj" fmla="val 6557"/>
            </a:avLst>
          </a:prstGeom>
          <a:solidFill>
            <a:srgbClr val="141414"/>
          </a:solidFill>
          <a:ln w="12700">
            <a:solidFill>
              <a:srgbClr val="FFC000">
                <a:alpha val="70000"/>
              </a:srgbClr>
            </a:solidFill>
            <a:prstDash val="solid"/>
          </a:ln>
        </p:spPr>
      </p:sp>
      <p:sp>
        <p:nvSpPr>
          <p:cNvPr id="10" name="Text 6"/>
          <p:cNvSpPr txBox="1"/>
          <p:nvPr/>
        </p:nvSpPr>
        <p:spPr>
          <a:xfrm>
            <a:off x="566928" y="3374136"/>
            <a:ext cx="3246120" cy="256032"/>
          </a:xfrm>
          <a:prstGeom prst="rect">
            <a:avLst/>
          </a:prstGeom>
          <a:noFill/>
          <a:ln/>
        </p:spPr>
        <p:txBody>
          <a:bodyPr wrap="square" lIns="0" tIns="0" rIns="0" bIns="0" rtlCol="0" anchor="ctr"/>
          <a:lstStyle/>
          <a:p>
            <a:pPr indent="0" marL="0">
              <a:buNone/>
            </a:pPr>
            <a:r>
              <a:rPr lang="en-US" sz="1200" b="1" dirty="0">
                <a:solidFill>
                  <a:srgbClr val="B5B5B5"/>
                </a:solidFill>
                <a:latin typeface="맑은 고딕" pitchFamily="34" charset="0"/>
                <a:ea typeface="맑은 고딕" pitchFamily="34" charset="-122"/>
                <a:cs typeface="맑은 고딕" pitchFamily="34" charset="-120"/>
              </a:rPr>
              <a:t>왜 지금 연락할지, 이유 한 문장</a:t>
            </a:r>
            <a:endParaRPr lang="en-US" sz="1200" dirty="0"/>
          </a:p>
        </p:txBody>
      </p:sp>
      <p:sp>
        <p:nvSpPr>
          <p:cNvPr id="11" name="Text 7"/>
          <p:cNvSpPr txBox="1"/>
          <p:nvPr/>
        </p:nvSpPr>
        <p:spPr>
          <a:xfrm>
            <a:off x="566928" y="3666744"/>
            <a:ext cx="3282696" cy="603504"/>
          </a:xfrm>
          <a:prstGeom prst="rect">
            <a:avLst/>
          </a:prstGeom>
          <a:noFill/>
          <a:ln/>
        </p:spPr>
        <p:txBody>
          <a:bodyPr wrap="square" lIns="0" tIns="0" rIns="0" bIns="0" rtlCol="0" anchor="ctr"/>
          <a:lstStyle/>
          <a:p>
            <a:pP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“상령일이 2주 남았고</a:t>
            </a:r>
            <a:endParaRPr lang="en-US" sz="1600" dirty="0"/>
          </a:p>
          <a:p>
            <a:pP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암진단비가 1천만원뿐입니다.”</a:t>
            </a:r>
            <a:endParaRPr lang="en-US" sz="1600" dirty="0"/>
          </a:p>
        </p:txBody>
      </p:sp>
      <p:sp>
        <p:nvSpPr>
          <p:cNvPr id="12" name="Shape 8"/>
          <p:cNvSpPr/>
          <p:nvPr/>
        </p:nvSpPr>
        <p:spPr>
          <a:xfrm flipV="1">
            <a:off x="3977640" y="3376974"/>
            <a:ext cx="436902" cy="426930"/>
          </a:xfrm>
          <a:prstGeom prst="line">
            <a:avLst/>
          </a:prstGeom>
          <a:noFill/>
          <a:ln w="19050">
            <a:solidFill>
              <a:srgbClr val="FFC000"/>
            </a:solidFill>
            <a:prstDash val="solid"/>
          </a:ln>
        </p:spPr>
      </p:sp>
      <p:sp>
        <p:nvSpPr>
          <p:cNvPr id="13" name="Text 9"/>
          <p:cNvSpPr txBox="1"/>
          <p:nvPr/>
        </p:nvSpPr>
        <p:spPr>
          <a:xfrm>
            <a:off x="365760" y="4572000"/>
            <a:ext cx="3611880" cy="256032"/>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 화면 속 이름·숫자는 예시</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3"/>
          <p:cNvSpPr>
            <a:spLocks noGrp="1"/>
          </p:cNvSpPr>
          <p:nvPr>
            <p:ph type="title"/>
          </p:nvPr>
        </p:nvSpPr>
        <p:spPr/>
        <p:txBody>
          <a:bodyPr vert="horz"/>
          <a:lstStyle/>
          <a:p>
            <a:r>
              <a:rPr lang="ko-KR" altLang="en-US" dirty="0"/>
              <a:t>MeAI 홈에서 리포트까지, 모든 영업 과정이 하나로</a:t>
            </a:r>
          </a:p>
        </p:txBody>
      </p:sp>
      <p:sp>
        <p:nvSpPr>
          <p:cNvPr id="3" name="Text 1"/>
          <p:cNvSpPr txBox="1"/>
          <p:nvPr/>
        </p:nvSpPr>
        <p:spPr>
          <a:xfrm>
            <a:off x="246888"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01</a:t>
            </a:r>
            <a:endParaRPr lang="en-US" sz="2000" dirty="0"/>
          </a:p>
        </p:txBody>
      </p:sp>
      <p:pic>
        <p:nvPicPr>
          <p:cNvPr id="4" name="Image 0" descr="오늘 연락할 고객 추천">    </p:cNvPr>
          <p:cNvPicPr>
            <a:picLocks noChangeAspect="1"/>
          </p:cNvPicPr>
          <p:nvPr/>
        </p:nvPicPr>
        <p:blipFill>
          <a:blip r:embed="rId1"/>
          <a:stretch>
            <a:fillRect/>
          </a:stretch>
        </p:blipFill>
        <p:spPr>
          <a:xfrm>
            <a:off x="246888" y="1078992"/>
            <a:ext cx="1554480" cy="1965960"/>
          </a:xfrm>
          <a:prstGeom prst="rect">
            <a:avLst/>
          </a:prstGeom>
        </p:spPr>
      </p:pic>
      <p:sp>
        <p:nvSpPr>
          <p:cNvPr id="5" name="Shape 2"/>
          <p:cNvSpPr/>
          <p:nvPr/>
        </p:nvSpPr>
        <p:spPr>
          <a:xfrm>
            <a:off x="246888" y="1078992"/>
            <a:ext cx="1554480" cy="1965960"/>
          </a:xfrm>
          <a:prstGeom prst="roundRect">
            <a:avLst>
              <a:gd name="adj" fmla="val 3529"/>
            </a:avLst>
          </a:prstGeom>
          <a:ln w="9525">
            <a:solidFill>
              <a:srgbClr val="FFC000">
                <a:alpha val="65000"/>
              </a:srgbClr>
            </a:solidFill>
            <a:prstDash val="solid"/>
          </a:ln>
        </p:spPr>
      </p:sp>
      <p:sp>
        <p:nvSpPr>
          <p:cNvPr id="6" name="Text 3"/>
          <p:cNvSpPr txBox="1"/>
          <p:nvPr/>
        </p:nvSpPr>
        <p:spPr>
          <a:xfrm>
            <a:off x="246888" y="3136392"/>
            <a:ext cx="1755648" cy="329184"/>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MeAI 홈</a:t>
            </a:r>
            <a:endParaRPr lang="en-US" sz="1700" dirty="0"/>
          </a:p>
        </p:txBody>
      </p:sp>
      <p:sp>
        <p:nvSpPr>
          <p:cNvPr id="7" name="Text 4"/>
          <p:cNvSpPr txBox="1"/>
          <p:nvPr/>
        </p:nvSpPr>
        <p:spPr>
          <a:xfrm>
            <a:off x="246888"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오늘 연락할 고객 추천</a:t>
            </a:r>
            <a:endParaRPr lang="en-US" sz="1300" dirty="0"/>
          </a:p>
        </p:txBody>
      </p:sp>
      <p:sp>
        <p:nvSpPr>
          <p:cNvPr id="8" name="Shape 5"/>
          <p:cNvSpPr/>
          <p:nvPr/>
        </p:nvSpPr>
        <p:spPr>
          <a:xfrm>
            <a:off x="1773936" y="1924812"/>
            <a:ext cx="274320" cy="274320"/>
          </a:xfrm>
          <a:prstGeom prst="ellipse">
            <a:avLst/>
          </a:prstGeom>
          <a:solidFill>
            <a:srgbClr val="FFC000"/>
          </a:solidFill>
          <a:ln w="19050">
            <a:solidFill>
              <a:srgbClr val="000000"/>
            </a:solidFill>
            <a:prstDash val="solid"/>
          </a:ln>
        </p:spPr>
      </p:sp>
      <p:sp>
        <p:nvSpPr>
          <p:cNvPr id="9" name="Text 6"/>
          <p:cNvSpPr txBox="1"/>
          <p:nvPr/>
        </p:nvSpPr>
        <p:spPr>
          <a:xfrm>
            <a:off x="1773936"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10" name="Text 7"/>
          <p:cNvSpPr txBox="1"/>
          <p:nvPr/>
        </p:nvSpPr>
        <p:spPr>
          <a:xfrm>
            <a:off x="2020824"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02</a:t>
            </a:r>
            <a:endParaRPr lang="en-US" sz="2000" dirty="0"/>
          </a:p>
        </p:txBody>
      </p:sp>
      <p:pic>
        <p:nvPicPr>
          <p:cNvPr id="11" name="Image 1" descr="공시실 없이 약관 확인">    </p:cNvPr>
          <p:cNvPicPr>
            <a:picLocks noChangeAspect="1"/>
          </p:cNvPicPr>
          <p:nvPr/>
        </p:nvPicPr>
        <p:blipFill>
          <a:blip r:embed="rId2"/>
          <a:stretch>
            <a:fillRect/>
          </a:stretch>
        </p:blipFill>
        <p:spPr>
          <a:xfrm>
            <a:off x="2020824" y="1078992"/>
            <a:ext cx="1554480" cy="1965960"/>
          </a:xfrm>
          <a:prstGeom prst="rect">
            <a:avLst/>
          </a:prstGeom>
        </p:spPr>
      </p:pic>
      <p:sp>
        <p:nvSpPr>
          <p:cNvPr id="12" name="Shape 8"/>
          <p:cNvSpPr/>
          <p:nvPr/>
        </p:nvSpPr>
        <p:spPr>
          <a:xfrm>
            <a:off x="2020824" y="1078992"/>
            <a:ext cx="1554480" cy="1965960"/>
          </a:xfrm>
          <a:prstGeom prst="roundRect">
            <a:avLst>
              <a:gd name="adj" fmla="val 3529"/>
            </a:avLst>
          </a:prstGeom>
          <a:ln w="9525">
            <a:solidFill>
              <a:srgbClr val="FFC000">
                <a:alpha val="65000"/>
              </a:srgbClr>
            </a:solidFill>
            <a:prstDash val="solid"/>
          </a:ln>
        </p:spPr>
      </p:sp>
      <p:sp>
        <p:nvSpPr>
          <p:cNvPr id="13" name="Text 9"/>
          <p:cNvSpPr txBox="1"/>
          <p:nvPr/>
        </p:nvSpPr>
        <p:spPr>
          <a:xfrm>
            <a:off x="2020824" y="3136392"/>
            <a:ext cx="1755648" cy="329184"/>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일반 · 맞춤대화</a:t>
            </a:r>
            <a:endParaRPr lang="en-US" sz="1700" dirty="0"/>
          </a:p>
        </p:txBody>
      </p:sp>
      <p:sp>
        <p:nvSpPr>
          <p:cNvPr id="14" name="Text 10"/>
          <p:cNvSpPr txBox="1"/>
          <p:nvPr/>
        </p:nvSpPr>
        <p:spPr>
          <a:xfrm>
            <a:off x="2020824"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공시실 없이 약관 확인</a:t>
            </a:r>
            <a:endParaRPr lang="en-US" sz="1300" dirty="0"/>
          </a:p>
        </p:txBody>
      </p:sp>
      <p:sp>
        <p:nvSpPr>
          <p:cNvPr id="15" name="Shape 11"/>
          <p:cNvSpPr/>
          <p:nvPr/>
        </p:nvSpPr>
        <p:spPr>
          <a:xfrm>
            <a:off x="3547872" y="1924812"/>
            <a:ext cx="274320" cy="274320"/>
          </a:xfrm>
          <a:prstGeom prst="ellipse">
            <a:avLst/>
          </a:prstGeom>
          <a:solidFill>
            <a:srgbClr val="FFC000"/>
          </a:solidFill>
          <a:ln w="19050">
            <a:solidFill>
              <a:srgbClr val="000000"/>
            </a:solidFill>
            <a:prstDash val="solid"/>
          </a:ln>
        </p:spPr>
      </p:sp>
      <p:sp>
        <p:nvSpPr>
          <p:cNvPr id="16" name="Text 12"/>
          <p:cNvSpPr txBox="1"/>
          <p:nvPr/>
        </p:nvSpPr>
        <p:spPr>
          <a:xfrm>
            <a:off x="3547872"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17" name="Text 13"/>
          <p:cNvSpPr txBox="1"/>
          <p:nvPr/>
        </p:nvSpPr>
        <p:spPr>
          <a:xfrm>
            <a:off x="3794760"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03</a:t>
            </a:r>
            <a:endParaRPr lang="en-US" sz="2000" dirty="0"/>
          </a:p>
        </p:txBody>
      </p:sp>
      <p:pic>
        <p:nvPicPr>
          <p:cNvPr id="18" name="Image 2" descr="부족한 보장을 한눈에">    </p:cNvPr>
          <p:cNvPicPr>
            <a:picLocks noChangeAspect="1"/>
          </p:cNvPicPr>
          <p:nvPr/>
        </p:nvPicPr>
        <p:blipFill>
          <a:blip r:embed="rId3"/>
          <a:stretch>
            <a:fillRect/>
          </a:stretch>
        </p:blipFill>
        <p:spPr>
          <a:xfrm>
            <a:off x="3794760" y="1078992"/>
            <a:ext cx="1554480" cy="1965960"/>
          </a:xfrm>
          <a:prstGeom prst="rect">
            <a:avLst/>
          </a:prstGeom>
        </p:spPr>
      </p:pic>
      <p:sp>
        <p:nvSpPr>
          <p:cNvPr id="19" name="Shape 14"/>
          <p:cNvSpPr/>
          <p:nvPr/>
        </p:nvSpPr>
        <p:spPr>
          <a:xfrm>
            <a:off x="3794760" y="1078992"/>
            <a:ext cx="1554480" cy="1965960"/>
          </a:xfrm>
          <a:prstGeom prst="roundRect">
            <a:avLst>
              <a:gd name="adj" fmla="val 3529"/>
            </a:avLst>
          </a:prstGeom>
          <a:ln w="9525">
            <a:solidFill>
              <a:srgbClr val="FFC000">
                <a:alpha val="65000"/>
              </a:srgbClr>
            </a:solidFill>
            <a:prstDash val="solid"/>
          </a:ln>
        </p:spPr>
      </p:sp>
      <p:sp>
        <p:nvSpPr>
          <p:cNvPr id="20" name="Text 15"/>
          <p:cNvSpPr txBox="1"/>
          <p:nvPr/>
        </p:nvSpPr>
        <p:spPr>
          <a:xfrm>
            <a:off x="3794760" y="3136392"/>
            <a:ext cx="1755648"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보장분석</a:t>
            </a:r>
            <a:endParaRPr lang="en-US" sz="1700" dirty="0"/>
          </a:p>
        </p:txBody>
      </p:sp>
      <p:sp>
        <p:nvSpPr>
          <p:cNvPr id="21" name="Text 16"/>
          <p:cNvSpPr txBox="1"/>
          <p:nvPr/>
        </p:nvSpPr>
        <p:spPr>
          <a:xfrm>
            <a:off x="3794760"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부족한 보장을 한눈에</a:t>
            </a:r>
            <a:endParaRPr lang="en-US" sz="1300" dirty="0"/>
          </a:p>
        </p:txBody>
      </p:sp>
      <p:sp>
        <p:nvSpPr>
          <p:cNvPr id="22" name="Shape 17"/>
          <p:cNvSpPr/>
          <p:nvPr/>
        </p:nvSpPr>
        <p:spPr>
          <a:xfrm>
            <a:off x="5321808" y="1924812"/>
            <a:ext cx="274320" cy="274320"/>
          </a:xfrm>
          <a:prstGeom prst="ellipse">
            <a:avLst/>
          </a:prstGeom>
          <a:solidFill>
            <a:srgbClr val="FFC000"/>
          </a:solidFill>
          <a:ln w="19050">
            <a:solidFill>
              <a:srgbClr val="000000"/>
            </a:solidFill>
            <a:prstDash val="solid"/>
          </a:ln>
        </p:spPr>
      </p:sp>
      <p:sp>
        <p:nvSpPr>
          <p:cNvPr id="23" name="Text 18"/>
          <p:cNvSpPr txBox="1"/>
          <p:nvPr/>
        </p:nvSpPr>
        <p:spPr>
          <a:xfrm>
            <a:off x="5321808"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24" name="Shape 19"/>
          <p:cNvSpPr/>
          <p:nvPr/>
        </p:nvSpPr>
        <p:spPr>
          <a:xfrm>
            <a:off x="3977640" y="2286000"/>
            <a:ext cx="1188720" cy="365760"/>
          </a:xfrm>
          <a:prstGeom prst="roundRect">
            <a:avLst>
              <a:gd name="adj" fmla="val 50000"/>
            </a:avLst>
          </a:prstGeom>
          <a:solidFill>
            <a:srgbClr val="E5252A"/>
          </a:solidFill>
          <a:ln w="12700">
            <a:solidFill>
              <a:srgbClr val="E5252A"/>
            </a:solidFill>
            <a:prstDash val="solid"/>
          </a:ln>
        </p:spPr>
      </p:sp>
      <p:sp>
        <p:nvSpPr>
          <p:cNvPr id="25" name="Text 20"/>
          <p:cNvSpPr txBox="1"/>
          <p:nvPr/>
        </p:nvSpPr>
        <p:spPr>
          <a:xfrm>
            <a:off x="3977640" y="2286000"/>
            <a:ext cx="1188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미가입 2건</a:t>
            </a:r>
            <a:endParaRPr lang="en-US" sz="1500" dirty="0"/>
          </a:p>
        </p:txBody>
      </p:sp>
      <p:sp>
        <p:nvSpPr>
          <p:cNvPr id="26" name="Text 21"/>
          <p:cNvSpPr txBox="1"/>
          <p:nvPr/>
        </p:nvSpPr>
        <p:spPr>
          <a:xfrm>
            <a:off x="5568696"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04</a:t>
            </a:r>
            <a:endParaRPr lang="en-US" sz="2000" dirty="0"/>
          </a:p>
        </p:txBody>
      </p:sp>
      <p:pic>
        <p:nvPicPr>
          <p:cNvPr id="27" name="Image 3" descr="예산을 말하면 설계안">    </p:cNvPr>
          <p:cNvPicPr>
            <a:picLocks noChangeAspect="1"/>
          </p:cNvPicPr>
          <p:nvPr/>
        </p:nvPicPr>
        <p:blipFill>
          <a:blip r:embed="rId4"/>
          <a:stretch>
            <a:fillRect/>
          </a:stretch>
        </p:blipFill>
        <p:spPr>
          <a:xfrm>
            <a:off x="5568696" y="1078992"/>
            <a:ext cx="1554480" cy="1965960"/>
          </a:xfrm>
          <a:prstGeom prst="rect">
            <a:avLst/>
          </a:prstGeom>
        </p:spPr>
      </p:pic>
      <p:sp>
        <p:nvSpPr>
          <p:cNvPr id="28" name="Shape 22"/>
          <p:cNvSpPr/>
          <p:nvPr/>
        </p:nvSpPr>
        <p:spPr>
          <a:xfrm>
            <a:off x="5568696" y="1078992"/>
            <a:ext cx="1554480" cy="1965960"/>
          </a:xfrm>
          <a:prstGeom prst="roundRect">
            <a:avLst>
              <a:gd name="adj" fmla="val 3529"/>
            </a:avLst>
          </a:prstGeom>
          <a:ln w="9525">
            <a:solidFill>
              <a:srgbClr val="FFC000">
                <a:alpha val="65000"/>
              </a:srgbClr>
            </a:solidFill>
            <a:prstDash val="solid"/>
          </a:ln>
        </p:spPr>
      </p:sp>
      <p:sp>
        <p:nvSpPr>
          <p:cNvPr id="29" name="Text 23"/>
          <p:cNvSpPr txBox="1"/>
          <p:nvPr/>
        </p:nvSpPr>
        <p:spPr>
          <a:xfrm>
            <a:off x="5568696" y="3136392"/>
            <a:ext cx="1755648"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설계</a:t>
            </a:r>
            <a:endParaRPr lang="en-US" sz="1700" dirty="0"/>
          </a:p>
        </p:txBody>
      </p:sp>
      <p:sp>
        <p:nvSpPr>
          <p:cNvPr id="30" name="Text 24"/>
          <p:cNvSpPr txBox="1"/>
          <p:nvPr/>
        </p:nvSpPr>
        <p:spPr>
          <a:xfrm>
            <a:off x="5568696"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예산을 말하면 설계안</a:t>
            </a:r>
            <a:endParaRPr lang="en-US" sz="1300" dirty="0"/>
          </a:p>
        </p:txBody>
      </p:sp>
      <p:sp>
        <p:nvSpPr>
          <p:cNvPr id="31" name="Shape 25"/>
          <p:cNvSpPr/>
          <p:nvPr/>
        </p:nvSpPr>
        <p:spPr>
          <a:xfrm>
            <a:off x="7095744" y="1924812"/>
            <a:ext cx="274320" cy="274320"/>
          </a:xfrm>
          <a:prstGeom prst="ellipse">
            <a:avLst/>
          </a:prstGeom>
          <a:solidFill>
            <a:srgbClr val="FFC000"/>
          </a:solidFill>
          <a:ln w="19050">
            <a:solidFill>
              <a:srgbClr val="000000"/>
            </a:solidFill>
            <a:prstDash val="solid"/>
          </a:ln>
        </p:spPr>
      </p:sp>
      <p:sp>
        <p:nvSpPr>
          <p:cNvPr id="32" name="Text 26"/>
          <p:cNvSpPr txBox="1"/>
          <p:nvPr/>
        </p:nvSpPr>
        <p:spPr>
          <a:xfrm>
            <a:off x="7095744"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33" name="Shape 27"/>
          <p:cNvSpPr/>
          <p:nvPr/>
        </p:nvSpPr>
        <p:spPr>
          <a:xfrm>
            <a:off x="5623560" y="1865376"/>
            <a:ext cx="1444752" cy="822960"/>
          </a:xfrm>
          <a:prstGeom prst="roundRect">
            <a:avLst>
              <a:gd name="adj" fmla="val 13333"/>
            </a:avLst>
          </a:prstGeom>
          <a:solidFill>
            <a:srgbClr val="FFFFFF"/>
          </a:solidFill>
          <a:ln w="25400">
            <a:solidFill>
              <a:srgbClr val="FFC000"/>
            </a:solidFill>
            <a:prstDash val="solid"/>
          </a:ln>
        </p:spPr>
      </p:sp>
      <p:sp>
        <p:nvSpPr>
          <p:cNvPr id="34" name="Text 28"/>
          <p:cNvSpPr txBox="1"/>
          <p:nvPr/>
        </p:nvSpPr>
        <p:spPr>
          <a:xfrm>
            <a:off x="5623560" y="1865376"/>
            <a:ext cx="1444752"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111111"/>
                </a:solidFill>
                <a:latin typeface="맑은 고딕" pitchFamily="34" charset="0"/>
                <a:ea typeface="맑은 고딕" pitchFamily="34" charset="-122"/>
                <a:cs typeface="맑은 고딕" pitchFamily="34" charset="-120"/>
              </a:rPr>
              <a:t>월 5만 원 안에서</a:t>
            </a:r>
            <a:endParaRPr lang="en-US" sz="1400" dirty="0"/>
          </a:p>
          <a:p>
            <a:pPr algn="ctr" indent="0" marL="0">
              <a:lnSpc>
                <a:spcPct val="115000"/>
              </a:lnSpc>
              <a:buNone/>
            </a:pPr>
            <a:r>
              <a:rPr lang="en-US" sz="1400" b="1" dirty="0">
                <a:solidFill>
                  <a:srgbClr val="111111"/>
                </a:solidFill>
                <a:latin typeface="맑은 고딕" pitchFamily="34" charset="0"/>
                <a:ea typeface="맑은 고딕" pitchFamily="34" charset="-122"/>
                <a:cs typeface="맑은 고딕" pitchFamily="34" charset="-120"/>
              </a:rPr>
              <a:t>설계안 만들어줘</a:t>
            </a:r>
            <a:endParaRPr lang="en-US" sz="1400" dirty="0"/>
          </a:p>
        </p:txBody>
      </p:sp>
      <p:sp>
        <p:nvSpPr>
          <p:cNvPr id="35" name="Text 29"/>
          <p:cNvSpPr txBox="1"/>
          <p:nvPr/>
        </p:nvSpPr>
        <p:spPr>
          <a:xfrm>
            <a:off x="7342632"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05</a:t>
            </a:r>
            <a:endParaRPr lang="en-US" sz="2000" dirty="0"/>
          </a:p>
        </p:txBody>
      </p:sp>
      <p:pic>
        <p:nvPicPr>
          <p:cNvPr id="36" name="Image 4" descr="카카오톡으로 발송">    </p:cNvPr>
          <p:cNvPicPr>
            <a:picLocks noChangeAspect="1"/>
          </p:cNvPicPr>
          <p:nvPr/>
        </p:nvPicPr>
        <p:blipFill>
          <a:blip r:embed="rId5"/>
          <a:stretch>
            <a:fillRect/>
          </a:stretch>
        </p:blipFill>
        <p:spPr>
          <a:xfrm>
            <a:off x="7342632" y="1078992"/>
            <a:ext cx="1554480" cy="1965960"/>
          </a:xfrm>
          <a:prstGeom prst="rect">
            <a:avLst/>
          </a:prstGeom>
        </p:spPr>
      </p:pic>
      <p:sp>
        <p:nvSpPr>
          <p:cNvPr id="37" name="Shape 30"/>
          <p:cNvSpPr/>
          <p:nvPr/>
        </p:nvSpPr>
        <p:spPr>
          <a:xfrm>
            <a:off x="7342632" y="1078992"/>
            <a:ext cx="1554480" cy="1965960"/>
          </a:xfrm>
          <a:prstGeom prst="roundRect">
            <a:avLst>
              <a:gd name="adj" fmla="val 3529"/>
            </a:avLst>
          </a:prstGeom>
          <a:ln w="9525">
            <a:solidFill>
              <a:srgbClr val="FFC000">
                <a:alpha val="65000"/>
              </a:srgbClr>
            </a:solidFill>
            <a:prstDash val="solid"/>
          </a:ln>
        </p:spPr>
      </p:sp>
      <p:sp>
        <p:nvSpPr>
          <p:cNvPr id="38" name="Text 31"/>
          <p:cNvSpPr txBox="1"/>
          <p:nvPr/>
        </p:nvSpPr>
        <p:spPr>
          <a:xfrm>
            <a:off x="7342632" y="3136392"/>
            <a:ext cx="1554480"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리포트</a:t>
            </a:r>
            <a:endParaRPr lang="en-US" sz="1700" dirty="0"/>
          </a:p>
        </p:txBody>
      </p:sp>
      <p:sp>
        <p:nvSpPr>
          <p:cNvPr id="39" name="Text 32"/>
          <p:cNvSpPr txBox="1"/>
          <p:nvPr/>
        </p:nvSpPr>
        <p:spPr>
          <a:xfrm>
            <a:off x="7342632" y="3474720"/>
            <a:ext cx="1554480"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카카오톡으로 발송</a:t>
            </a:r>
            <a:endParaRPr lang="en-US" sz="1300" dirty="0"/>
          </a:p>
        </p:txBody>
      </p:sp>
      <p:sp>
        <p:nvSpPr>
          <p:cNvPr id="40" name="Text 33"/>
          <p:cNvSpPr txBox="1"/>
          <p:nvPr/>
        </p:nvSpPr>
        <p:spPr>
          <a:xfrm>
            <a:off x="246888" y="3950208"/>
            <a:ext cx="8650224"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이 모든 과정이, </a:t>
            </a:r>
            <a:r>
              <a:rPr lang="en-US" sz="2800" b="1" dirty="0">
                <a:solidFill>
                  <a:srgbClr val="FFC000"/>
                </a:solidFill>
                <a:latin typeface="맑은 고딕" pitchFamily="34" charset="0"/>
                <a:ea typeface="맑은 고딕" pitchFamily="34" charset="-122"/>
                <a:cs typeface="맑은 고딕" pitchFamily="34" charset="-120"/>
              </a:rPr>
              <a:t>MeAI 하나로</a:t>
            </a:r>
            <a:endParaRPr lang="en-US" sz="2800" dirty="0"/>
          </a:p>
        </p:txBody>
      </p:sp>
      <p:sp>
        <p:nvSpPr>
          <p:cNvPr id="41" name="Text 34"/>
          <p:cNvSpPr txBox="1"/>
          <p:nvPr/>
        </p:nvSpPr>
        <p:spPr>
          <a:xfrm>
            <a:off x="246888" y="4617720"/>
            <a:ext cx="3657600" cy="256032"/>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 화면 속 이름·숫자는 예시</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3"/>
          <p:cNvSpPr>
            <a:spLocks noGrp="1"/>
          </p:cNvSpPr>
          <p:nvPr>
            <p:ph type="title"/>
          </p:nvPr>
        </p:nvSpPr>
        <p:spPr/>
        <p:txBody>
          <a:bodyPr vert="horz"/>
          <a:lstStyle/>
          <a:p>
            <a:r>
              <a:rPr lang="ko-KR" altLang="en-US" dirty="0"/>
              <a:t>MeAI는 이미 차이를 만들어내고 있음</a:t>
            </a:r>
          </a:p>
        </p:txBody>
      </p:sp>
      <p:sp>
        <p:nvSpPr>
          <p:cNvPr id="3" name="Text 1"/>
          <p:cNvSpPr txBox="1"/>
          <p:nvPr/>
        </p:nvSpPr>
        <p:spPr>
          <a:xfrm>
            <a:off x="502920" y="932688"/>
            <a:ext cx="4206240" cy="292608"/>
          </a:xfrm>
          <a:prstGeom prst="rect">
            <a:avLst/>
          </a:prstGeom>
          <a:noFill/>
          <a:ln/>
        </p:spPr>
        <p:txBody>
          <a:bodyPr wrap="square" lIns="0" tIns="0" rIns="0" bIns="0" rtlCol="0" anchor="ctr"/>
          <a:lstStyle/>
          <a:p>
            <a:pPr indent="0" marL="0">
              <a:buNone/>
            </a:pPr>
            <a:r>
              <a:rPr lang="en-US" sz="1500" b="1" dirty="0">
                <a:solidFill>
                  <a:srgbClr val="FFC000"/>
                </a:solidFill>
                <a:latin typeface="맑은 고딕" pitchFamily="34" charset="0"/>
                <a:ea typeface="맑은 고딕" pitchFamily="34" charset="-122"/>
                <a:cs typeface="맑은 고딕" pitchFamily="34" charset="-120"/>
              </a:rPr>
              <a:t>효과가 있어?</a:t>
            </a:r>
            <a:endParaRPr lang="en-US" sz="1500" dirty="0"/>
          </a:p>
        </p:txBody>
      </p:sp>
      <p:sp>
        <p:nvSpPr>
          <p:cNvPr id="4" name="Text 2"/>
          <p:cNvSpPr txBox="1"/>
          <p:nvPr/>
        </p:nvSpPr>
        <p:spPr>
          <a:xfrm>
            <a:off x="502920" y="1243584"/>
            <a:ext cx="4206240" cy="365760"/>
          </a:xfrm>
          <a:prstGeom prst="rect">
            <a:avLst/>
          </a:prstGeom>
          <a:noFill/>
          <a:ln/>
        </p:spPr>
        <p:txBody>
          <a:bodyPr wrap="square" lIns="0" tIns="0" rIns="0" bIns="0"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MeAI 활용 시 체결률</a:t>
            </a:r>
            <a:endParaRPr lang="en-US" sz="1900" dirty="0"/>
          </a:p>
        </p:txBody>
      </p:sp>
      <p:sp>
        <p:nvSpPr>
          <p:cNvPr id="5" name="Text 3"/>
          <p:cNvSpPr txBox="1"/>
          <p:nvPr/>
        </p:nvSpPr>
        <p:spPr>
          <a:xfrm>
            <a:off x="411480" y="1572768"/>
            <a:ext cx="4480560" cy="1691640"/>
          </a:xfrm>
          <a:prstGeom prst="rect">
            <a:avLst/>
          </a:prstGeom>
          <a:noFill/>
          <a:ln/>
        </p:spPr>
        <p:txBody>
          <a:bodyPr wrap="square" lIns="0" tIns="0" rIns="0" bIns="0" rtlCol="0" anchor="ctr"/>
          <a:lstStyle/>
          <a:p>
            <a:pPr indent="0" marL="0">
              <a:buNone/>
            </a:pPr>
            <a:r>
              <a:rPr lang="en-US" sz="11800" b="1" dirty="0">
                <a:solidFill>
                  <a:srgbClr val="FFC000"/>
                </a:solidFill>
                <a:latin typeface="맑은 고딕" pitchFamily="34" charset="0"/>
                <a:ea typeface="맑은 고딕" pitchFamily="34" charset="-122"/>
                <a:cs typeface="맑은 고딕" pitchFamily="34" charset="-120"/>
              </a:rPr>
              <a:t>2.8</a:t>
            </a:r>
            <a:r>
              <a:rPr lang="en-US" sz="4400" b="1" dirty="0">
                <a:solidFill>
                  <a:srgbClr val="FFC000"/>
                </a:solidFill>
                <a:latin typeface="맑은 고딕" pitchFamily="34" charset="0"/>
                <a:ea typeface="맑은 고딕" pitchFamily="34" charset="-122"/>
                <a:cs typeface="맑은 고딕" pitchFamily="34" charset="-120"/>
              </a:rPr>
              <a:t>배</a:t>
            </a:r>
            <a:endParaRPr lang="en-US" sz="11800" dirty="0"/>
          </a:p>
        </p:txBody>
      </p:sp>
      <p:sp>
        <p:nvSpPr>
          <p:cNvPr id="6" name="Text 4"/>
          <p:cNvSpPr txBox="1"/>
          <p:nvPr/>
        </p:nvSpPr>
        <p:spPr>
          <a:xfrm>
            <a:off x="502920" y="3355848"/>
            <a:ext cx="4389120" cy="365760"/>
          </a:xfrm>
          <a:prstGeom prst="rect">
            <a:avLst/>
          </a:prstGeom>
          <a:noFill/>
          <a:ln/>
        </p:spPr>
        <p:txBody>
          <a:bodyPr wrap="square" lIns="0" tIns="0" rIns="0" bIns="0" rtlCol="0" anchor="ctr"/>
          <a:lstStyle/>
          <a:p>
            <a:pPr indent="0" marL="0">
              <a:buNone/>
            </a:pPr>
            <a:r>
              <a:rPr lang="en-US" sz="1800" dirty="0">
                <a:solidFill>
                  <a:srgbClr val="B5B5B5"/>
                </a:solidFill>
                <a:latin typeface="맑은 고딕" pitchFamily="34" charset="0"/>
                <a:ea typeface="맑은 고딕" pitchFamily="34" charset="-122"/>
                <a:cs typeface="맑은 고딕" pitchFamily="34" charset="-120"/>
              </a:rPr>
              <a:t>미활용 12.7%</a:t>
            </a:r>
            <a:r>
              <a:rPr lang="en-US" sz="1800" b="1" dirty="0">
                <a:solidFill>
                  <a:srgbClr val="FFC000"/>
                </a:solidFill>
                <a:latin typeface="맑은 고딕" pitchFamily="34" charset="0"/>
                <a:ea typeface="맑은 고딕" pitchFamily="34" charset="-122"/>
                <a:cs typeface="맑은 고딕" pitchFamily="34" charset="-120"/>
              </a:rPr>
              <a:t>   →   </a:t>
            </a:r>
            <a:r>
              <a:rPr lang="en-US" sz="1800" b="1" dirty="0">
                <a:solidFill>
                  <a:srgbClr val="FFFFFF"/>
                </a:solidFill>
                <a:latin typeface="맑은 고딕" pitchFamily="34" charset="0"/>
                <a:ea typeface="맑은 고딕" pitchFamily="34" charset="-122"/>
                <a:cs typeface="맑은 고딕" pitchFamily="34" charset="-120"/>
              </a:rPr>
              <a:t>활용 35.4%</a:t>
            </a:r>
            <a:endParaRPr lang="en-US" sz="1800" dirty="0"/>
          </a:p>
        </p:txBody>
      </p:sp>
      <p:sp>
        <p:nvSpPr>
          <p:cNvPr id="7" name="Shape 5"/>
          <p:cNvSpPr/>
          <p:nvPr/>
        </p:nvSpPr>
        <p:spPr>
          <a:xfrm>
            <a:off x="5074920" y="1005840"/>
            <a:ext cx="3822192" cy="1261872"/>
          </a:xfrm>
          <a:prstGeom prst="roundRect">
            <a:avLst>
              <a:gd name="adj" fmla="val 5797"/>
            </a:avLst>
          </a:prstGeom>
          <a:solidFill>
            <a:srgbClr val="141414"/>
          </a:solidFill>
          <a:ln w="9525">
            <a:solidFill>
              <a:srgbClr val="FFC000">
                <a:alpha val="60000"/>
              </a:srgbClr>
            </a:solidFill>
            <a:prstDash val="solid"/>
          </a:ln>
        </p:spPr>
      </p:sp>
      <p:sp>
        <p:nvSpPr>
          <p:cNvPr id="8" name="Text 6"/>
          <p:cNvSpPr txBox="1"/>
          <p:nvPr/>
        </p:nvSpPr>
        <p:spPr>
          <a:xfrm>
            <a:off x="5303520" y="1005840"/>
            <a:ext cx="1371600" cy="1261872"/>
          </a:xfrm>
          <a:prstGeom prst="rect">
            <a:avLst/>
          </a:prstGeom>
          <a:noFill/>
          <a:ln/>
        </p:spPr>
        <p:txBody>
          <a:bodyPr wrap="square" lIns="0" tIns="0" rIns="0" bIns="0" rtlCol="0" anchor="ctr"/>
          <a:lstStyle/>
          <a:p>
            <a:pPr indent="0" marL="0">
              <a:buNone/>
            </a:pPr>
            <a:r>
              <a:rPr lang="en-US" sz="4600" b="1" dirty="0">
                <a:solidFill>
                  <a:srgbClr val="FFC000"/>
                </a:solidFill>
                <a:latin typeface="맑은 고딕" pitchFamily="34" charset="0"/>
                <a:ea typeface="맑은 고딕" pitchFamily="34" charset="-122"/>
                <a:cs typeface="맑은 고딕" pitchFamily="34" charset="-120"/>
              </a:rPr>
              <a:t>4.0</a:t>
            </a:r>
            <a:r>
              <a:rPr lang="en-US" sz="2000" b="1" dirty="0">
                <a:solidFill>
                  <a:srgbClr val="FFC000"/>
                </a:solidFill>
                <a:latin typeface="맑은 고딕" pitchFamily="34" charset="0"/>
                <a:ea typeface="맑은 고딕" pitchFamily="34" charset="-122"/>
                <a:cs typeface="맑은 고딕" pitchFamily="34" charset="-120"/>
              </a:rPr>
              <a:t>배</a:t>
            </a:r>
            <a:endParaRPr lang="en-US" sz="4600" dirty="0"/>
          </a:p>
        </p:txBody>
      </p:sp>
      <p:sp>
        <p:nvSpPr>
          <p:cNvPr id="9" name="Text 7"/>
          <p:cNvSpPr txBox="1"/>
          <p:nvPr/>
        </p:nvSpPr>
        <p:spPr>
          <a:xfrm>
            <a:off x="6720840" y="1188720"/>
            <a:ext cx="2084832" cy="274320"/>
          </a:xfrm>
          <a:prstGeom prst="rect">
            <a:avLst/>
          </a:prstGeom>
          <a:noFill/>
          <a:ln/>
        </p:spPr>
        <p:txBody>
          <a:bodyPr wrap="square" lIns="0" tIns="0" rIns="0" bIns="0" rtlCol="0" anchor="ctr"/>
          <a:lstStyle/>
          <a:p>
            <a:pPr indent="0" marL="0">
              <a:buNone/>
            </a:pPr>
            <a:r>
              <a:rPr lang="en-US" sz="1300" b="1" dirty="0">
                <a:solidFill>
                  <a:srgbClr val="FFC000"/>
                </a:solidFill>
                <a:latin typeface="맑은 고딕" pitchFamily="34" charset="0"/>
                <a:ea typeface="맑은 고딕" pitchFamily="34" charset="-122"/>
                <a:cs typeface="맑은 고딕" pitchFamily="34" charset="-120"/>
              </a:rPr>
              <a:t>원래 잘하는 사람 아니야?</a:t>
            </a:r>
            <a:endParaRPr lang="en-US" sz="1300" dirty="0"/>
          </a:p>
        </p:txBody>
      </p:sp>
      <p:sp>
        <p:nvSpPr>
          <p:cNvPr id="10" name="Text 8"/>
          <p:cNvSpPr txBox="1"/>
          <p:nvPr/>
        </p:nvSpPr>
        <p:spPr>
          <a:xfrm>
            <a:off x="6720840" y="1463040"/>
            <a:ext cx="2084832" cy="329184"/>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같은 FP 고객끼리도</a:t>
            </a:r>
            <a:endParaRPr lang="en-US" sz="1500" dirty="0"/>
          </a:p>
        </p:txBody>
      </p:sp>
      <p:sp>
        <p:nvSpPr>
          <p:cNvPr id="11" name="Text 9"/>
          <p:cNvSpPr txBox="1"/>
          <p:nvPr/>
        </p:nvSpPr>
        <p:spPr>
          <a:xfrm>
            <a:off x="6720840" y="1810512"/>
            <a:ext cx="208483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미활용 9.0% → 활용 36.0%</a:t>
            </a:r>
            <a:endParaRPr lang="en-US" sz="1200" dirty="0"/>
          </a:p>
        </p:txBody>
      </p:sp>
      <p:sp>
        <p:nvSpPr>
          <p:cNvPr id="12" name="Shape 10"/>
          <p:cNvSpPr/>
          <p:nvPr/>
        </p:nvSpPr>
        <p:spPr>
          <a:xfrm>
            <a:off x="5074920" y="2468880"/>
            <a:ext cx="3822192" cy="1261872"/>
          </a:xfrm>
          <a:prstGeom prst="roundRect">
            <a:avLst>
              <a:gd name="adj" fmla="val 5797"/>
            </a:avLst>
          </a:prstGeom>
          <a:solidFill>
            <a:srgbClr val="141414"/>
          </a:solidFill>
          <a:ln w="9525">
            <a:solidFill>
              <a:srgbClr val="FFC000">
                <a:alpha val="60000"/>
              </a:srgbClr>
            </a:solidFill>
            <a:prstDash val="solid"/>
          </a:ln>
        </p:spPr>
      </p:sp>
      <p:sp>
        <p:nvSpPr>
          <p:cNvPr id="13" name="Text 11"/>
          <p:cNvSpPr txBox="1"/>
          <p:nvPr/>
        </p:nvSpPr>
        <p:spPr>
          <a:xfrm>
            <a:off x="5303520" y="2468880"/>
            <a:ext cx="1371600" cy="1261872"/>
          </a:xfrm>
          <a:prstGeom prst="rect">
            <a:avLst/>
          </a:prstGeom>
          <a:noFill/>
          <a:ln/>
        </p:spPr>
        <p:txBody>
          <a:bodyPr wrap="square" lIns="0" tIns="0" rIns="0" bIns="0" rtlCol="0" anchor="ctr"/>
          <a:lstStyle/>
          <a:p>
            <a:pPr indent="0" marL="0">
              <a:buNone/>
            </a:pPr>
            <a:r>
              <a:rPr lang="en-US" sz="4600" b="1" dirty="0">
                <a:solidFill>
                  <a:srgbClr val="FFC000"/>
                </a:solidFill>
                <a:latin typeface="맑은 고딕" pitchFamily="34" charset="0"/>
                <a:ea typeface="맑은 고딕" pitchFamily="34" charset="-122"/>
                <a:cs typeface="맑은 고딕" pitchFamily="34" charset="-120"/>
              </a:rPr>
              <a:t>2.3</a:t>
            </a:r>
            <a:r>
              <a:rPr lang="en-US" sz="2000" b="1" dirty="0">
                <a:solidFill>
                  <a:srgbClr val="FFC000"/>
                </a:solidFill>
                <a:latin typeface="맑은 고딕" pitchFamily="34" charset="0"/>
                <a:ea typeface="맑은 고딕" pitchFamily="34" charset="-122"/>
                <a:cs typeface="맑은 고딕" pitchFamily="34" charset="-120"/>
              </a:rPr>
              <a:t>배</a:t>
            </a:r>
            <a:endParaRPr lang="en-US" sz="4600" dirty="0"/>
          </a:p>
        </p:txBody>
      </p:sp>
      <p:sp>
        <p:nvSpPr>
          <p:cNvPr id="14" name="Text 12"/>
          <p:cNvSpPr txBox="1"/>
          <p:nvPr/>
        </p:nvSpPr>
        <p:spPr>
          <a:xfrm>
            <a:off x="6720840" y="2651760"/>
            <a:ext cx="2084832" cy="274320"/>
          </a:xfrm>
          <a:prstGeom prst="rect">
            <a:avLst/>
          </a:prstGeom>
          <a:noFill/>
          <a:ln/>
        </p:spPr>
        <p:txBody>
          <a:bodyPr wrap="square" lIns="0" tIns="0" rIns="0" bIns="0" rtlCol="0" anchor="ctr"/>
          <a:lstStyle/>
          <a:p>
            <a:pPr indent="0" marL="0">
              <a:buNone/>
            </a:pPr>
            <a:r>
              <a:rPr lang="en-US" sz="1300" b="1" dirty="0">
                <a:solidFill>
                  <a:srgbClr val="FFC000"/>
                </a:solidFill>
                <a:latin typeface="맑은 고딕" pitchFamily="34" charset="0"/>
                <a:ea typeface="맑은 고딕" pitchFamily="34" charset="-122"/>
                <a:cs typeface="맑은 고딕" pitchFamily="34" charset="-120"/>
              </a:rPr>
              <a:t>질문이 의미가 있어?</a:t>
            </a:r>
            <a:endParaRPr lang="en-US" sz="1300" dirty="0"/>
          </a:p>
        </p:txBody>
      </p:sp>
      <p:sp>
        <p:nvSpPr>
          <p:cNvPr id="15" name="Text 13"/>
          <p:cNvSpPr txBox="1"/>
          <p:nvPr/>
        </p:nvSpPr>
        <p:spPr>
          <a:xfrm>
            <a:off x="6720840" y="2926080"/>
            <a:ext cx="2084832" cy="329184"/>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질문 1개 → 3개 이상</a:t>
            </a:r>
            <a:endParaRPr lang="en-US" sz="1500" dirty="0"/>
          </a:p>
        </p:txBody>
      </p:sp>
      <p:sp>
        <p:nvSpPr>
          <p:cNvPr id="16" name="Text 14"/>
          <p:cNvSpPr txBox="1"/>
          <p:nvPr/>
        </p:nvSpPr>
        <p:spPr>
          <a:xfrm>
            <a:off x="6720840" y="3273552"/>
            <a:ext cx="208483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평균 가계약 12건 → 28건</a:t>
            </a:r>
            <a:endParaRPr lang="en-US" sz="1200" dirty="0"/>
          </a:p>
        </p:txBody>
      </p:sp>
      <p:sp>
        <p:nvSpPr>
          <p:cNvPr id="17" name="Text 15"/>
          <p:cNvSpPr txBox="1"/>
          <p:nvPr/>
        </p:nvSpPr>
        <p:spPr>
          <a:xfrm>
            <a:off x="502920" y="4206240"/>
            <a:ext cx="839419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출처: 2026년 8월 TA채널 MeAI 사용 데이터 분석</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배경 빛">    </p:cNvPr>
          <p:cNvPicPr>
            <a:picLocks noChangeAspect="1"/>
          </p:cNvPicPr>
          <p:nvPr/>
        </p:nvPicPr>
        <p:blipFill>
          <a:blip r:embed="rId1">
            <a:alphaModFix amt="80000"/>
          </a:blip>
          <a:stretch>
            <a:fillRect/>
          </a:stretch>
        </p:blipFill>
        <p:spPr>
          <a:xfrm>
            <a:off x="914400" y="2011680"/>
            <a:ext cx="7315200" cy="2834640"/>
          </a:xfrm>
          <a:prstGeom prst="rect">
            <a:avLst/>
          </a:prstGeom>
        </p:spPr>
      </p:pic>
      <p:sp>
        <p:nvSpPr>
          <p:cNvPr id="3" name="Text 0"/>
          <p:cNvSpPr txBox="1"/>
          <p:nvPr/>
        </p:nvSpPr>
        <p:spPr>
          <a:xfrm>
            <a:off x="274320" y="777240"/>
            <a:ext cx="8595360" cy="1600200"/>
          </a:xfrm>
          <a:prstGeom prst="rect">
            <a:avLst/>
          </a:prstGeom>
          <a:noFill/>
          <a:ln/>
        </p:spPr>
        <p:txBody>
          <a:bodyPr wrap="square" lIns="0" tIns="0" rIns="0" bIns="0" rtlCol="0" anchor="ctr"/>
          <a:lstStyle/>
          <a:p>
            <a:pPr algn="ctr" indent="0" marL="0">
              <a:lnSpc>
                <a:spcPct val="120000"/>
              </a:lnSpc>
              <a:buNone/>
            </a:pPr>
            <a:r>
              <a:rPr lang="en-US" sz="3400" b="1" dirty="0">
                <a:solidFill>
                  <a:srgbClr val="FFFFFF"/>
                </a:solidFill>
                <a:latin typeface="맑은 고딕" pitchFamily="34" charset="0"/>
                <a:ea typeface="맑은 고딕" pitchFamily="34" charset="-122"/>
                <a:cs typeface="맑은 고딕" pitchFamily="34" charset="-120"/>
              </a:rPr>
              <a:t>주인공을 꿈꾸는 사람들에게,</a:t>
            </a:r>
            <a:endParaRPr lang="en-US" sz="3400" dirty="0"/>
          </a:p>
          <a:p>
            <a:pPr algn="ctr" indent="0" marL="0">
              <a:lnSpc>
                <a:spcPct val="120000"/>
              </a:lnSpc>
              <a:buNone/>
            </a:pPr>
            <a:r>
              <a:rPr lang="en-US" sz="3400" b="1" dirty="0">
                <a:solidFill>
                  <a:srgbClr val="FFC000"/>
                </a:solidFill>
                <a:latin typeface="맑은 고딕" pitchFamily="34" charset="0"/>
                <a:ea typeface="맑은 고딕" pitchFamily="34" charset="-122"/>
                <a:cs typeface="맑은 고딕" pitchFamily="34" charset="-120"/>
              </a:rPr>
              <a:t>주인공으로 만들어주는 AI를</a:t>
            </a:r>
            <a:endParaRPr lang="en-US" sz="3400" dirty="0"/>
          </a:p>
        </p:txBody>
      </p:sp>
      <p:sp>
        <p:nvSpPr>
          <p:cNvPr id="4" name="Text 1"/>
          <p:cNvSpPr txBox="1"/>
          <p:nvPr/>
        </p:nvSpPr>
        <p:spPr>
          <a:xfrm>
            <a:off x="274320" y="2697480"/>
            <a:ext cx="8595360" cy="1417320"/>
          </a:xfrm>
          <a:prstGeom prst="rect">
            <a:avLst/>
          </a:prstGeom>
          <a:noFill/>
          <a:ln/>
        </p:spPr>
        <p:txBody>
          <a:bodyPr wrap="square" lIns="0" tIns="0" rIns="0" bIns="0" rtlCol="0" anchor="ctr"/>
          <a:lstStyle/>
          <a:p>
            <a:pPr algn="ctr" indent="0" marL="0">
              <a:buNone/>
            </a:pPr>
            <a:r>
              <a:rPr lang="en-US" sz="8400" b="1" dirty="0">
                <a:solidFill>
                  <a:srgbClr val="FFC000"/>
                </a:solidFill>
                <a:latin typeface="Arial" pitchFamily="34" charset="0"/>
                <a:ea typeface="Arial" pitchFamily="34" charset="-122"/>
                <a:cs typeface="Arial" pitchFamily="34" charset="-120"/>
              </a:rPr>
              <a:t>MeAI</a:t>
            </a:r>
            <a:endParaRPr lang="en-US" sz="8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49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0&quot;&gt;&lt;elem m_fUsage=&quot;9.22265127283678687320E+00&quot;&gt;&lt;m_msothmcolidx val=&quot;0&quot;/&gt;&lt;m_rgb r=&quot;FF&quot; g=&quot;C0&quot; b=&quot;00&quot;/&gt;&lt;/elem&gt;&lt;elem m_fUsage=&quot;4.48821669358540675798E-01&quot;&gt;&lt;m_msothmcolidx val=&quot;0&quot;/&gt;&lt;m_rgb r=&quot;E5&quot; g=&quot;E4&quot; b=&quot;E2&quot;/&gt;&lt;/elem&gt;&lt;elem m_fUsage=&quot;1.66773134856199795051E-01&quot;&gt;&lt;m_msothmcolidx val=&quot;0&quot;/&gt;&lt;m_rgb r=&quot;85&quot; g=&quot;82&quot; b=&quot;74&quot;/&gt;&lt;/elem&gt;&lt;elem m_fUsage=&quot;1.09418989131908131474E-01&quot;&gt;&lt;m_msothmcolidx val=&quot;0&quot;/&gt;&lt;m_rgb r=&quot;AD&quot; g=&quot;AB&quot; b=&quot;A1&quot;/&gt;&lt;/elem&gt;&lt;elem m_fUsage=&quot;5.23349323045620568040E-02&quot;&gt;&lt;m_msothmcolidx val=&quot;0&quot;/&gt;&lt;m_rgb r=&quot;F7&quot; g=&quot;B9&quot; b=&quot;46&quot;/&gt;&lt;/elem&gt;&lt;elem m_fUsage=&quot;1.09119942199483291854E-09&quot;&gt;&lt;m_msothmcolidx val=&quot;0&quot;/&gt;&lt;m_rgb r=&quot;A3&quot; g=&quot;A9&quot; b=&quot;48&quot;/&gt;&lt;/elem&gt;&lt;elem m_fUsage=&quot;1.36464638562954143155E-10&quot;&gt;&lt;m_msothmcolidx val=&quot;0&quot;/&gt;&lt;m_rgb r=&quot;FC&quot; g=&quot;A2&quot; b=&quot;48&quot;/&gt;&lt;/elem&gt;&lt;elem m_fUsage=&quot;1.27391877643311497204E-10&quot;&gt;&lt;m_msothmcolidx val=&quot;0&quot;/&gt;&lt;m_rgb r=&quot;77&quot; g=&quot;82&quot; b=&quot;42&quot;/&gt;&lt;/elem&gt;&lt;elem m_fUsage=&quot;1.17490142126167807827E-10&quot;&gt;&lt;m_msothmcolidx val=&quot;0&quot;/&gt;&lt;m_rgb r=&quot;9B&quot; g=&quot;17&quot; b=&quot;17&quot;/&gt;&lt;/elem&gt;&lt;elem m_fUsage=&quot;2.71327812536999455004E-11&quot;&gt;&lt;m_msothmcolidx val=&quot;0&quot;/&gt;&lt;m_rgb r=&quot;36&quot; g=&quot;40&quot; b=&quot;86&quot;/&gt;&lt;/elem&gt;&lt;elem m_fUsage=&quot;1.23202192432461508304E-11&quot;&gt;&lt;m_msothmcolidx val=&quot;0&quot;/&gt;&lt;m_rgb r=&quot;9A&quot; g=&quot;9A&quot; b=&quot;8B&quot;/&gt;&lt;/elem&gt;&lt;elem m_fUsage=&quot;3.73437147602706268830E-15&quot;&gt;&lt;m_msothmcolidx val=&quot;0&quot;/&gt;&lt;m_rgb r=&quot;3C&quot; g=&quot;3C&quot; b=&quot;3C&quot;/&gt;&lt;/elem&gt;&lt;elem m_fUsage=&quot;7.43154767125509373229E-16&quot;&gt;&lt;m_msothmcolidx val=&quot;0&quot;/&gt;&lt;m_rgb r=&quot;09&quot; g=&quot;1C&quot; b=&quot;5A&quot;/&gt;&lt;/elem&gt;&lt;elem m_fUsage=&quot;4.39328503696472623983E-34&quot;&gt;&lt;m_msothmcolidx val=&quot;0&quot;/&gt;&lt;m_rgb r=&quot;FB&quot; g=&quot;E9&quot; b=&quot;E9&quot;/&gt;&lt;/elem&gt;&lt;elem m_fUsage=&quot;1.19399327461795569727E-56&quot;&gt;&lt;m_msothmcolidx val=&quot;0&quot;/&gt;&lt;m_rgb r=&quot;66&quot; g=&quot;00&quot; b=&quot;66&quot;/&gt;&lt;/elem&gt;&lt;elem m_fUsage=&quot;1.39622078960197390864E-75&quot;&gt;&lt;m_msothmcolidx val=&quot;0&quot;/&gt;&lt;m_rgb r=&quot;FA&quot; g=&quot;B8&quot; b=&quot;56&quot;/&gt;&lt;/elem&gt;&lt;elem m_fUsage=&quot;2.37315574558149176538E-81&quot;&gt;&lt;m_msothmcolidx val=&quot;0&quot;/&gt;&lt;m_rgb r=&quot;41&quot; g=&quot;46&quot; b=&quot;28&quot;/&gt;&lt;/elem&gt;&lt;elem m_fUsage=&quot;6.55318646351572306369E-84&quot;&gt;&lt;m_msothmcolidx val=&quot;0&quot;/&gt;&lt;m_rgb r=&quot;F2&quot; g=&quot;F2&quot; b=&quot;F2&quot;/&gt;&lt;/elem&gt;&lt;elem m_fUsage=&quot;2.02868303842045247399E-86&quot;&gt;&lt;m_msothmcolidx val=&quot;0&quot;/&gt;&lt;m_rgb r=&quot;28&quot; g=&quot;28&quot; b=&quot;23&quot;/&gt;&lt;/elem&gt;&lt;elem m_fUsage=&quot;1.84159263022790562096E-86&quot;&gt;&lt;m_msothmcolidx val=&quot;0&quot;/&gt;&lt;m_rgb r=&quot;40&quot; g=&quot;40&quot; b=&quot;4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3BwbCag2JBm8eAVj2uSIl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6bTZvTJmSkGNgfgEc7iIy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VbzJFmwhR1_PtDEPilIjP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LfSax105nQbQm6QF.SRft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b_26u3POWGIN9ZD7onC8E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3SugqTyloIg8kgKLD.DgZ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ndVvbLgOzENxn92wv.81s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d0B_BsqQO9F7exJyrLWFM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q2A1jSgwnVmaSSDqIZwv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Aps_Wjaci90WuvizDZtWx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CVGcLz_rfgO8_HJGe6wAX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BGfKD1oUS1MUNIRuymL.i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07QP5ak3CfH_YzuvYLftx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jovDX_mQbI8drf6_nyy7d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TIly3KoradkFEFPwCIuA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gv.4KyJF6ul_cFvqTTXDV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kHa072mNyV8N32byJWeYt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eL52TERRUDwIgCttQXDQA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V.UA_bq0PsuB1nAm072J.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xlXB0KdGHOrmAEM4OrLE1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6AOY4gp4bxcEvmpABSmFK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pby2Xg8qychMdNwZypVm1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i07YxJDeSSPBZ2GAX4p5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stwtwbBiEAIEuhPvPsJtA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uSR3nHG0d1mNdSIR7Q1i9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Ne43bu7KIIooKsLb2w85k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n5zQxHnPU6h.oh914Vpgq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7.WCfDgXeV3F4U1jwp6Q_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NtGNySX8BQRZh8m.2UIEP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ndmIndYwIUkgwEE.WI.Yy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AGVgUqoWNHBBACWTgfUoc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gv8zVqM0vbKfpq_jDOgqf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kCyM3ZFxC9L_uzqhCadSn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okNdR9tiXqagB3jYP0IMC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xiLq3HK_kLF0jPfgKAxRo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OuSiWjkBX51RE3xQWf1G9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B0JdNe1vk0A3I0F4IkTDT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SqkvU0aGS3eAeiYHWsd.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GFU9.8BlsRUBjVVaY5oqj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n47VQsdEldXsbwy8WnOc.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W8FIcgAI21kemczHoDxdB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C7KtBeFTPeEEN0JPblxBI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FnlYb4.hSCpVBqA3L0tKU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kNMFm5r52P7oJSId8Qcbm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McmeA3H4UofA9y9EXq6a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y7dEtpuE85IHu4Vvdwr4W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D9QVPfThvtKHZjJixrTqI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07QP5ak3CfH_YzuvYLftx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jovDX_mQbI8drf6_nyy7d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gv.4KyJF6ul_cFvqTTXDV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kTIly3KoradkFEFPwCIuA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kHa072mNyV8N32byJWeYt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eL52TERRUDwIgCttQXDQA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V.UA_bq0PsuB1nAm072J.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xlXB0KdGHOrmAEM4OrLE1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6AOY4gp4bxcEvmpABSmFK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ki07YxJDeSSPBZ2GAX4p5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pby2Xg8qychMdNwZypVm1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uSR3nHG0d1mNdSIR7Q1i9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stwtwbBiEAIEuhPvPsJtA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Ne43bu7KIIooKsLb2w85k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n5zQxHnPU6h.oh914Vpgq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ndmIndYwIUkgwEE.WI.Yy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NtGNySX8BQRZh8m.2UIEP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7.WCfDgXeV3F4U1jwp6Q_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AGVgUqoWNHBBACWTgfUoc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gv8zVqM0vbKfpq_jDOgqf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kCyM3ZFxC9L_uzqhCadSn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okNdR9tiXqagB3jYP0IMC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B0JdNe1vk0A3I0F4IkTDT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xiLq3HK_kLF0jPfgKAxRo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OuSiWjkBX51RE3xQWf1G9A"/>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GFU9.8BlsRUBjVVaY5oqj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SqkvU0aGS3eAeiYHWsd.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n47VQsdEldXsbwy8WnOc.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W8FIcgAI21kemczHoDxdB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FnlYb4.hSCpVBqA3L0tKU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kNMFm5r52P7oJSId8Qcbm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C7KtBeFTPeEEN0JPblxBI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McmeA3H4UofA9y9EXq6a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y7dEtpuE85IHu4Vvdwr4Wg"/>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D9QVPfThvtKHZjJixrTqI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i2.Ojtp0S3I3OXLjQXcHcA"/>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SjcNqpxLlScBGkuPgYIa2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PCHU7Z1U8pPt0b_SqHkT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AcvX8p1znXXw6adV.0r7r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iU320vuUQC5BZ9nFsIVSI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XtTUWYuBj2nQqNrJWLtPP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Bk.xXoFtd4_ABnKx1tnM0Q"/>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OxLNLiLQwbXGFq6_rJHVN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nb_erxQxec3qVK6wihFSI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51aUNeAXfDnuRZpfj.31w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z8UyGyEPtYSGNA8uNLe2N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0cmy77VQegP2LsQ1Lwlw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NeOCZGYUm4UTKMcXLNljN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2Jh83xslc9qYyIwYo4k_r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kQtvID7i5BCFNT90B4LPy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AIQL8YjUyppWezlXJ6Eb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M6Ast4uTJme2r3NyWTtrF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4CBDKW.QJr3F0qjHpGbT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qwyo6Gp4vXrKw_ZMNikC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0_LbMXetVEkxpecRaHLBX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6xqF7i5_xHJcYo1ljrU.O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EiR7vo.wfdYCmq1qo56cr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d0dnVaw0AhiSUIunUrBFOA"/>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PPX1y22dDtjjj9kIpxQsjg"/>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1dFgtZsnjODiolM6_qoGA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uWaHBX168jPSRApYonaBA"/>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4LxZ6Wx5ltNr2sesN_i1s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zJQzJ89itPsxrSFoqB71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PQ7ZxzHp18SR8tWvuFsXK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XVOxPPrlC5hV5MZ1q3qD.g"/>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x47jnaQVPeYOoS0ANuAJa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QyxzhmIX4WnLVx2RTCWU5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RkDLAJ6EQ9QuAQ7w9rK5FQ"/>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m5q5DOjf2QemjLP55QlYi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LJBY1cBjxLl1Cez4d8MlIw"/>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B7eMzlz5aJrsflbRdY1CW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UiYC3Wy6f1oXKPruPKuoLQ"/>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v0OSk4azje9qccYjSDdcU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WDGAC_ZAZ7Tjww58UMYQq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IYALocsf5nnkrsrfmLcYW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RkDLAJ6EQ9QuAQ7w9rK5FQ"/>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B7eMzlz5aJrsflbRdY1CWQ"/>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v0OSk4azje9qccYjSDdcUQ"/>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cuDredZBVUgVhgk7vHXHYw"/>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RkDLAJ6EQ9QuAQ7w9rK5FQ"/>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z90k8uhddoHLUeYRX9y5LQ"/>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b2FJUr1uPtv2Ah377xrvX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UiYC3Wy6f1oXKPruPKuoL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nxlu_ctrvgE_6g8m0FPgo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QyxzhmIX4WnLVx2RTCWU5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WDGAC_ZAZ7Tjww58UMYQqA"/>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OZn5qlOVof6kZKv8GOtAA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JjoOTF0oW_ap3ksmHye05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YzXxvvAG28yfFQ1y1PgsjQ"/>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x47jnaQVPeYOoS0ANuAJaQ"/>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XVOxPPrlC5hV5MZ1q3qD.g"/>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kECYvuoQ71S37yIuaEW9hA"/>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L3zssyzTa1n1H6y154DvKQ"/>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m5q5DOjf2QemjLP55QlYi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RkDLAJ6EQ9QuAQ7w9rK5FQ"/>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LJBY1cBjxLl1Cez4d8MlI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IYALocsf5nnkrsrfmLcYWA"/>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6FtRZlDzCZNPopa5SxqoUg"/>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L3zssyzTa1n1H6y154DvKQ"/>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x47jnaQVPeYOoS0ANuAJaQ"/>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XVOxPPrlC5hV5MZ1q3qD.g"/>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zTqvV83uBFcm29wPcG3S8Q"/>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gmaCc3IF4161yzR7Zd2jHA"/>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qoea6PtIbf25.dIAiy8NmQ"/>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VNKx1kQ34CjNg8ISGCigLw"/>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e3Hm_c87jpDH4HxTdl6kyg"/>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S2otNL9HhrmmM5a_Q0P1jA"/>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YZEK85A8k.0jY.lV2qy.4A"/>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QUH9VtGwMMJA_ZzTgUqTOw"/>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_9bJF0sgCG1OOMV2mqUALg"/>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KPltoCXNQISWKJen8hepsQ"/>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cuDredZBVUgVhgk7vHXHY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K8m3lLfLbsH4HYz6sOMPfQ"/>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BsvdHYS18eomLjQkofmDgg"/>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jMLXurA5l6KbWTQOLwKYhg"/>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_I3FYds25XT__wSI2qN5Qg"/>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LJBY1cBjxLl1Cez4d8MlIw"/>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hzbOpdyWlMMx18.buMAsBQ"/>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RkDLAJ6EQ9QuAQ7w9rK5FQ"/>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oVTV_StrZ4tj.4FIajOiFA"/>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MbLZ0JPQgYPIrvtCVVoBjA"/>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CYvxQl_xiM7t4lf.mH_Jvg"/>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m5q5DOjf2QemjLP55QlYig"/>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63o5MlcxlQDD9Y.92l_muA"/>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hxzwHDS4mO9BRe8VD0BzR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wczEh1rZQyLAHXtNtvrHog"/>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B7eMzlz5aJrsflbRdY1CWQ"/>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WDGAC_ZAZ7Tjww58UMYQqA"/>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OZn5qlOVof6kZKv8GOtAAA"/>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JjoOTF0oW_ap3ksmHye05w"/>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IYALocsf5nnkrsrfmLcYWA"/>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mgjoEqM5hHyFhYVi5YIS7g"/>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iWnEbG64Iok14tgk4sl4JA"/>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5Hxg0Q6roDu_gpBngf19Sg"/>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ijITBYRakj6vrLO0X34zyQ"/>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x.Lve9QQUckrG2Qw3cFj6w"/>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avjYRZtoJU_sBfY.KayH7w"/>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v2W9YHg41dRhSamnLZImHQ"/>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RxOM0NCoEiHRRfcluT154g"/>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qz5ttHnsb8JrhSYtLohuZA"/>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GoUXu8WZYt8nPjwJ5GXqxQ"/>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K2KifPCNKmVQoYNAY4z.WA"/>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BgMvp8Ppn3Slx2xr8u5pe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P2v4VaPUqcidNZUxTcy4CA"/>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yQJf.LrtbFZirp62oki1cQ"/>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BUUj3CklY_WyUGvBjU8ngQ"/>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wXdjy72sgm8ympcL00sOKA"/>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hMeIJ6ROxVcwO0W9ejkzvQ"/>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v6wedA8IJqyNAYVnWQrMnQ"/>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8DNkuUO6vA2fp1wKZlFqNA"/>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JOOrd_1je9a4CFj.FfUgEQ"/>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SCOUPsaCntGEWxNwP_PQ3w"/>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PNWwqoA02VsvPHvN7nU88Q"/>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kKIYGAWRqEUuk4ROVFTzUA"/>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C4a.iqqscQDYPj_nW3x1RQ"/>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AQS6aGYWZG.pw_wXDuFeFg"/>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q1qWTGYTK5YEaq3YpovPQ"/>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lGg8ugQJ9rI7h_ayNx2pbw"/>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JCYJRtiTXr_0IRxcTm4ihg"/>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yFxQky9ZNAfSElXOkEPn8w"/>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7I9naj58pFxROV5ZDKFixQ"/>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mepRsY6uaoqfQghphGLhzg"/>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u4IR_5hUgCC_Hq7Idu8Zqw"/>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9WKgTLm8JpBxfCKdYhdfbQ"/>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Cp3sR9IVSll_h7CpkVBbjw"/>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wOBMPDBwXicRIoe1am.yIw"/>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C5YJ7U9zCnsld73pKZVV9w"/>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BnmRRSSsPoHpeL.VuDdp2w"/>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GXjTqbLon3YXbECH75tKFw"/>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7_75NxtdTKu7GYPnLnrl0Q"/>
</p:tagLst>
</file>

<file path=ppt/theme/theme1.xml><?xml version="1.0" encoding="utf-8"?>
<a:theme xmlns:a="http://schemas.openxmlformats.org/drawingml/2006/main" name="Meritz Golden Template by Bhumjin">
  <a:themeElements>
    <a:clrScheme name="ATK Template">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lIns="0" tIns="0" rIns="0" bIns="0" rtlCol="0" anchor="ctr"/>
      <a:lstStyle>
        <a:defPPr algn="ctr">
          <a:defRPr sz="1400" b="1" dirty="0" smtClean="0">
            <a:solidFill>
              <a:schemeClr val="tx1"/>
            </a:solidFill>
            <a:latin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ctr" eaLnBrk="0" latinLnBrk="0" hangingPunct="0">
          <a:defRPr sz="1600" b="1" dirty="0" smtClean="0">
            <a:latin typeface="Arial" pitchFamily="34" charset="0"/>
          </a:defRPr>
        </a:defPPr>
      </a:lstStyle>
    </a:txDef>
  </a:objectDefaults>
  <a:extraClrSchemeLst/>
</a:theme>
</file>

<file path=ppt/theme/theme2.xml><?xml version="1.0" encoding="utf-8"?>
<a:theme xmlns:a="http://schemas.openxmlformats.org/drawingml/2006/main" name="8_Meritz Golden Template by Bhumjin">
  <a:themeElements>
    <a:clrScheme name="ATK Template">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lIns="0" tIns="0" rIns="0" bIns="0" rtlCol="0" anchor="ctr"/>
      <a:lstStyle>
        <a:defPPr algn="ctr">
          <a:defRPr sz="1400" b="1" dirty="0" smtClean="0">
            <a:solidFill>
              <a:schemeClr val="tx1"/>
            </a:solidFill>
            <a:latin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eaLnBrk="0" latinLnBrk="0" hangingPunct="0">
          <a:defRPr sz="1600" b="1" dirty="0" smtClean="0">
            <a:latin typeface="Arial" pitchFamily="34" charset="0"/>
          </a:defRPr>
        </a:defPPr>
      </a:lst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241819</TotalTime>
  <Words>1455</Words>
  <Application>Microsoft Office PowerPoint</Application>
  <PresentationFormat>화면 슬라이드 쇼(16:9)</PresentationFormat>
  <Paragraphs>658</Paragraphs>
  <Slides>40</Slides>
  <Notes>10</Notes>
  <HiddenSlides>0</HiddenSlides>
  <MMClips>0</MMClips>
  <ScaleCrop>false</ScaleCrop>
  <HeadingPairs>
    <vt:vector size="8" baseType="variant">
      <vt:variant>
        <vt:lpstr>사용한 글꼴</vt:lpstr>
      </vt:variant>
      <vt:variant>
        <vt:i4>4</vt:i4>
      </vt:variant>
      <vt:variant>
        <vt:lpstr>테마</vt:lpstr>
      </vt:variant>
      <vt:variant>
        <vt:i4>2</vt:i4>
      </vt:variant>
      <vt:variant>
        <vt:lpstr>포함된 OLE 서버</vt:lpstr>
      </vt:variant>
      <vt:variant>
        <vt:i4>1</vt:i4>
      </vt:variant>
      <vt:variant>
        <vt:lpstr>슬라이드 제목</vt:lpstr>
      </vt:variant>
      <vt:variant>
        <vt:i4>40</vt:i4>
      </vt:variant>
    </vt:vector>
  </HeadingPairs>
  <TitlesOfParts>
    <vt:vector size="47" baseType="lpstr">
      <vt:lpstr>맑은 고딕</vt:lpstr>
      <vt:lpstr>맑은 고딕</vt:lpstr>
      <vt:lpstr>Arial</vt:lpstr>
      <vt:lpstr>Wingdings</vt:lpstr>
      <vt:lpstr>Meritz Golden Template by Bhumjin</vt:lpstr>
      <vt:lpstr>8_Meritz Golden Template by Bhumjin</vt:lpstr>
      <vt:lpstr>think-cell Slide</vt:lpstr>
      <vt:lpstr>메리츠드림</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인보험 시장 감소, 당사만 유일하게 성장 중</vt:lpstr>
      <vt:lpstr>기존 매출 전년 수준 방어</vt:lpstr>
      <vt:lpstr>신인 매출 20% 성장 (업계 1위)</vt:lpstr>
      <vt:lpstr>신인 매출 상승의 핵심</vt:lpstr>
      <vt:lpstr>강력한 메리츠 TA 플랫폼</vt:lpstr>
      <vt:lpstr>많은 경력 도입자들이 플랫폼 경쟁력을 증명</vt:lpstr>
      <vt:lpstr>PowerPoint 프레젠테이션</vt:lpstr>
      <vt:lpstr>AI 시대, MeAI는 타사에 없는 강력한 무기</vt:lpstr>
      <vt:lpstr>MeAI 홈에서 리포트까지, 모든 영업 과정이 하나로</vt:lpstr>
      <vt:lpstr>MeAI는 이미 차이를 만들어내고 있음</vt:lpstr>
      <vt:lpstr>PowerPoint 프레젠테이션</vt:lpstr>
      <vt:lpstr>TA의 성장 공식</vt:lpstr>
      <vt:lpstr>PowerPoint 프레젠테이션</vt:lpstr>
      <vt:lpstr>전체 도입 누적 288명 도입</vt:lpstr>
      <vt:lpstr>이제 5000만원이 코 앞</vt:lpstr>
      <vt:lpstr>PowerPoint 프레젠테이션</vt:lpstr>
      <vt:lpstr>누적 경력 신인 148명 도입</vt:lpstr>
      <vt:lpstr>다시 1억 본부를 향해서</vt:lpstr>
      <vt:lpstr>PowerPoint 프레젠테이션</vt:lpstr>
      <vt:lpstr>폭발적인 신인 매출 성장</vt:lpstr>
      <vt:lpstr>1000만원 본부를 4100만원으로</vt:lpstr>
      <vt:lpstr>PowerPoint 프레젠테이션</vt:lpstr>
      <vt:lpstr>RCM2 계보도</vt:lpstr>
      <vt:lpstr>명실상부 TA 최고의 프랜차이즈</vt:lpstr>
      <vt:lpstr>우수 인증 본부</vt:lpstr>
      <vt:lpstr>PowerPoint 프레젠테이션</vt:lpstr>
      <vt:lpstr>민간 기업이 로켓을 만든다고?</vt:lpstr>
      <vt:lpstr>담대한 스페이스X의 꿈</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meritz</dc:creator>
  <cp:lastModifiedBy>user</cp:lastModifiedBy>
  <cp:revision>6664</cp:revision>
  <cp:lastPrinted>2026-10-06T10:54:23Z</cp:lastPrinted>
  <dcterms:created xsi:type="dcterms:W3CDTF">2015-11-22T03:54:56Z</dcterms:created>
  <dcterms:modified xsi:type="dcterms:W3CDTF">2026-10-07T02:10:34Z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DRClass">
    <vt:lpwstr>0</vt:lpwstr>
  </property>
  <property fmtid="{D5CDD505-2E9C-101B-9397-08002B2CF9AE}" pid="3" name="FDRSet">
    <vt:lpwstr>manual</vt:lpwstr>
  </property>
</Properties>
</file>