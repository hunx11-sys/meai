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6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</a:t>
            </a:r>
            <a:endParaRPr lang="en-US" sz="4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안내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546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C9E2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찾는 영업에서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C9E2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찾아가는 영업으로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나만의 영업비서, “MeAI 홈” OPEN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영업가족 편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5120640"/>
            <a:ext cx="163068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120640"/>
            <a:ext cx="163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세일즈혁신TF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37960" y="966787"/>
            <a:ext cx="5394960" cy="4832985"/>
          </a:xfrm>
          <a:prstGeom prst="roundRect">
            <a:avLst>
              <a:gd name="adj" fmla="val 22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966787"/>
            <a:ext cx="5394960" cy="483298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안내 · 세일즈혁신TF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· 들어가기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영업포탈에서 MeAI로 들어오면 MeAI 홈이 가장 먼저 열림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생긴 문 ③④⑤는 권한과 상관없이 누구나 사용 가능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안내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7223760" cy="3940233"/>
          </a:xfrm>
          <a:prstGeom prst="roundRect">
            <a:avLst>
              <a:gd name="adj" fmla="val 32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223760" cy="394023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92440" y="184708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092440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8476488" y="1828800"/>
            <a:ext cx="31665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중앙 롤링배너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8476488" y="2121408"/>
            <a:ext cx="31665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[MeAI 홈 바로가기]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92440" y="251460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09244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476488" y="2496312"/>
            <a:ext cx="31665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CRM 리스트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8476488" y="2788920"/>
            <a:ext cx="31665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목록의 [MeAI 일반대화] [MeAI 맞춤대화]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생일·상령일 목록에서 바로 시작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92440" y="341071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092440" y="3410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8476488" y="3392424"/>
            <a:ext cx="31665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떠 있는 MeAI 버튼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8476488" y="3685032"/>
            <a:ext cx="31665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 위 둥근 버튼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092440" y="4754880"/>
            <a:ext cx="3550615" cy="1280160"/>
          </a:xfrm>
          <a:prstGeom prst="roundRect">
            <a:avLst>
              <a:gd name="adj" fmla="val 8571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21040" y="4846320"/>
            <a:ext cx="3093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알아 두기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①②⑥은 기존 메뉴(사용권한 필요). 휴대폰은 앱 홈 → 보장분석 → MeAI 순서. 어느 화면에서든 왼쪽 위 [MeAI 홈]을 누르면 처음으로.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· 쓰는 법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찾기 · 고르기 · 묻기 · 연락하기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아침 MeAI 홈에서 시작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안내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29918" y="1737360"/>
            <a:ext cx="6131859" cy="1371600"/>
          </a:xfrm>
          <a:prstGeom prst="roundRect">
            <a:avLst>
              <a:gd name="adj" fmla="val 89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918" y="1737360"/>
            <a:ext cx="6131859" cy="137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383280"/>
            <a:ext cx="2622728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611880"/>
            <a:ext cx="384048" cy="384048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772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584448"/>
            <a:ext cx="1708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찾기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206240"/>
            <a:ext cx="225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추천 고객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617720"/>
            <a:ext cx="225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아래 굵은 한 문장이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연락할 이유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372536" y="3383280"/>
            <a:ext cx="2622728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01136" y="3611880"/>
            <a:ext cx="384048" cy="384048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3601136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104056" y="3584448"/>
            <a:ext cx="1708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고르기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3601136" y="4206240"/>
            <a:ext cx="225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[MeAI 고객찾기에서 열기]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3601136" y="4617720"/>
            <a:ext cx="225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상황을 보고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연락할 고객 선택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96432" y="3383280"/>
            <a:ext cx="2622728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25032" y="3611880"/>
            <a:ext cx="384048" cy="384048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6425032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927952" y="3584448"/>
            <a:ext cx="1708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묻기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6425032" y="4206240"/>
            <a:ext cx="225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질문 누르기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425032" y="4617720"/>
            <a:ext cx="225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채워진 채로 열려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전송만 누르면 됨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020327" y="3383280"/>
            <a:ext cx="2622728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248927" y="3611880"/>
            <a:ext cx="384048" cy="384048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9248927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751847" y="3584448"/>
            <a:ext cx="1708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연락하기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9248927" y="4206240"/>
            <a:ext cx="225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문장 + 요약 리포트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9248927" y="4617720"/>
            <a:ext cx="225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문장을 내 말로 풀어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말로 연락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48640" y="5577840"/>
            <a:ext cx="11094415" cy="475488"/>
          </a:xfrm>
          <a:prstGeom prst="roundRect">
            <a:avLst>
              <a:gd name="adj" fmla="val 23077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77240" y="566928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기억할 것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문장은 고객에게 첫 말, 추천 질문은 MeAI에게 첫 질문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· 알아 둘 것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고객과 사전조회 동의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맞춤대화는 보장 내역을 읽기 때문에 동의가 먼저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안내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10048" cy="420624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203911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추천 고객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5176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9명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017520"/>
            <a:ext cx="476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 × 3세트, 화살표로 넘김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47472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 한 문장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40480"/>
            <a:ext cx="476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 이 고객인지 카드에 표시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29768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밤 계산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663440"/>
            <a:ext cx="476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날 MeAI 홈에 반영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12064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골라도 됨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486400"/>
            <a:ext cx="476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추천은 지시가 아니라 이유가 있는 고객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33008" y="1783080"/>
            <a:ext cx="5410048" cy="420624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553048" y="203911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 동의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53048" y="2651760"/>
            <a:ext cx="1537970" cy="347472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53048" y="2651760"/>
            <a:ext cx="15379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D-n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53048" y="306324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[이 고객으로 맞춤대화 시작]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53048" y="3611880"/>
            <a:ext cx="1591945" cy="347472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53048" y="3611880"/>
            <a:ext cx="15919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필요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553048" y="402336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[사전조회동의 요청하기] → 알림톡 → 15분 안팎 반영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53048" y="4709160"/>
            <a:ext cx="4769968" cy="914400"/>
          </a:xfrm>
          <a:prstGeom prst="roundRect">
            <a:avLst>
              <a:gd name="adj" fmla="val 12000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35928" y="4709160"/>
            <a:ext cx="440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가능  동의일부터 90일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노출  동의일로부터 3년 이내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· 꼭 지켜 주세요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MeAI를 쓸 때 지킬 것 네 가지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자세한 사용법은 MeAI 활용 가이드북(영업가족 편)을 참고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안내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46624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057400"/>
            <a:ext cx="402336" cy="402336"/>
          </a:xfrm>
          <a:prstGeom prst="ellipse">
            <a:avLst/>
          </a:prstGeom>
          <a:solidFill>
            <a:srgbClr val="F0445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011680"/>
            <a:ext cx="434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넣지 않기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514600"/>
            <a:ext cx="434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이름·연락처·주소·주민번호는 질문에도 메모에도 넣지 않음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96432" y="1783080"/>
            <a:ext cx="5446624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70752" y="2057400"/>
            <a:ext cx="402336" cy="402336"/>
          </a:xfrm>
          <a:prstGeom prst="ellipse">
            <a:avLst/>
          </a:prstGeom>
          <a:solidFill>
            <a:srgbClr val="F0445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70752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065112" y="2011680"/>
            <a:ext cx="434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답변은 검증 후 사용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065112" y="2514600"/>
            <a:ext cx="434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숫자·약관 근거를 직접 확인한 뒤 사용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401568"/>
            <a:ext cx="5446624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675888"/>
            <a:ext cx="402336" cy="402336"/>
          </a:xfrm>
          <a:prstGeom prst="ellipse">
            <a:avLst/>
          </a:prstGeom>
          <a:solidFill>
            <a:srgbClr val="F0445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630168"/>
            <a:ext cx="434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없으면 보지 않기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133088"/>
            <a:ext cx="434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동의가 없거나 철회된 고객은 우회하지 않고 동의부터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96432" y="3401568"/>
            <a:ext cx="5446624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70752" y="3675888"/>
            <a:ext cx="402336" cy="402336"/>
          </a:xfrm>
          <a:prstGeom prst="ellipse">
            <a:avLst/>
          </a:prstGeom>
          <a:solidFill>
            <a:srgbClr val="F0445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470752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065112" y="3630168"/>
            <a:ext cx="434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외부 반출 금지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065112" y="4133088"/>
            <a:ext cx="434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답변·화면 캡처·가이드북은 외부에 제공·배포·게시 금지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029200"/>
            <a:ext cx="11094415" cy="914400"/>
          </a:xfrm>
          <a:prstGeom prst="roundRect">
            <a:avLst>
              <a:gd name="adj" fmla="val 16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 세일즈혁신TF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속 고객 이름·숫자는 모두 예시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MeAI 홈 사용 안내</dc:title>
  <dc:subject>PptxGenJS Presentation</dc:subject>
  <dc:creator>세일즈혁신TF</dc:creator>
  <cp:lastModifiedBy>세일즈혁신TF</cp:lastModifiedBy>
  <cp:revision>1</cp:revision>
  <dcterms:created xsi:type="dcterms:W3CDTF">2026-10-01T08:31:04Z</dcterms:created>
  <dcterms:modified xsi:type="dcterms:W3CDTF">2026-10-01T08:31:04Z</dcterms:modified>
</cp:coreProperties>
</file>